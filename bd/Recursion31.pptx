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4"/>
  </p:sldMasterIdLst>
  <p:notesMasterIdLst>
    <p:notesMasterId r:id="rId57"/>
  </p:notesMasterIdLst>
  <p:handoutMasterIdLst>
    <p:handoutMasterId r:id="rId58"/>
  </p:handoutMasterIdLst>
  <p:sldIdLst>
    <p:sldId id="256" r:id="rId5"/>
    <p:sldId id="258" r:id="rId6"/>
    <p:sldId id="259" r:id="rId7"/>
    <p:sldId id="260" r:id="rId8"/>
    <p:sldId id="261" r:id="rId9"/>
    <p:sldId id="262" r:id="rId10"/>
    <p:sldId id="335" r:id="rId11"/>
    <p:sldId id="339" r:id="rId12"/>
    <p:sldId id="340" r:id="rId13"/>
    <p:sldId id="341" r:id="rId14"/>
    <p:sldId id="342" r:id="rId15"/>
    <p:sldId id="336" r:id="rId16"/>
    <p:sldId id="337" r:id="rId17"/>
    <p:sldId id="277" r:id="rId18"/>
    <p:sldId id="278" r:id="rId19"/>
    <p:sldId id="286" r:id="rId20"/>
    <p:sldId id="287" r:id="rId21"/>
    <p:sldId id="288" r:id="rId22"/>
    <p:sldId id="289" r:id="rId23"/>
    <p:sldId id="290" r:id="rId24"/>
    <p:sldId id="284" r:id="rId25"/>
    <p:sldId id="291" r:id="rId26"/>
    <p:sldId id="292" r:id="rId27"/>
    <p:sldId id="293" r:id="rId28"/>
    <p:sldId id="294" r:id="rId29"/>
    <p:sldId id="295" r:id="rId30"/>
    <p:sldId id="296" r:id="rId31"/>
    <p:sldId id="299" r:id="rId32"/>
    <p:sldId id="298" r:id="rId33"/>
    <p:sldId id="300" r:id="rId34"/>
    <p:sldId id="314" r:id="rId35"/>
    <p:sldId id="315" r:id="rId36"/>
    <p:sldId id="264" r:id="rId37"/>
    <p:sldId id="265" r:id="rId38"/>
    <p:sldId id="266" r:id="rId39"/>
    <p:sldId id="267" r:id="rId40"/>
    <p:sldId id="268" r:id="rId41"/>
    <p:sldId id="269" r:id="rId42"/>
    <p:sldId id="270" r:id="rId43"/>
    <p:sldId id="271" r:id="rId44"/>
    <p:sldId id="272" r:id="rId45"/>
    <p:sldId id="273" r:id="rId46"/>
    <p:sldId id="274" r:id="rId47"/>
    <p:sldId id="275" r:id="rId48"/>
    <p:sldId id="276" r:id="rId49"/>
    <p:sldId id="344" r:id="rId50"/>
    <p:sldId id="316" r:id="rId51"/>
    <p:sldId id="317" r:id="rId52"/>
    <p:sldId id="319" r:id="rId53"/>
    <p:sldId id="320" r:id="rId54"/>
    <p:sldId id="345" r:id="rId55"/>
    <p:sldId id="321" r:id="rId56"/>
  </p:sldIdLst>
  <p:sldSz cx="9144000" cy="6858000" type="screen4x3"/>
  <p:notesSz cx="6985000" cy="9271000"/>
  <p:defaultTextStyle>
    <a:defPPr>
      <a:defRPr lang="en-US"/>
    </a:defPPr>
    <a:lvl1pPr algn="l" rtl="0" fontAlgn="base">
      <a:spcBef>
        <a:spcPct val="0"/>
      </a:spcBef>
      <a:spcAft>
        <a:spcPct val="0"/>
      </a:spcAft>
      <a:defRPr sz="2400" kern="1200">
        <a:solidFill>
          <a:schemeClr val="tx1"/>
        </a:solidFill>
        <a:latin typeface="Tahoma" pitchFamily="34" charset="0"/>
        <a:ea typeface="+mn-ea"/>
        <a:cs typeface="Times New Roman" pitchFamily="18" charset="0"/>
      </a:defRPr>
    </a:lvl1pPr>
    <a:lvl2pPr marL="457200" algn="l" rtl="0" fontAlgn="base">
      <a:spcBef>
        <a:spcPct val="0"/>
      </a:spcBef>
      <a:spcAft>
        <a:spcPct val="0"/>
      </a:spcAft>
      <a:defRPr sz="2400" kern="1200">
        <a:solidFill>
          <a:schemeClr val="tx1"/>
        </a:solidFill>
        <a:latin typeface="Tahoma" pitchFamily="34" charset="0"/>
        <a:ea typeface="+mn-ea"/>
        <a:cs typeface="Times New Roman" pitchFamily="18" charset="0"/>
      </a:defRPr>
    </a:lvl2pPr>
    <a:lvl3pPr marL="914400" algn="l" rtl="0" fontAlgn="base">
      <a:spcBef>
        <a:spcPct val="0"/>
      </a:spcBef>
      <a:spcAft>
        <a:spcPct val="0"/>
      </a:spcAft>
      <a:defRPr sz="2400" kern="1200">
        <a:solidFill>
          <a:schemeClr val="tx1"/>
        </a:solidFill>
        <a:latin typeface="Tahoma" pitchFamily="34" charset="0"/>
        <a:ea typeface="+mn-ea"/>
        <a:cs typeface="Times New Roman" pitchFamily="18" charset="0"/>
      </a:defRPr>
    </a:lvl3pPr>
    <a:lvl4pPr marL="1371600" algn="l" rtl="0" fontAlgn="base">
      <a:spcBef>
        <a:spcPct val="0"/>
      </a:spcBef>
      <a:spcAft>
        <a:spcPct val="0"/>
      </a:spcAft>
      <a:defRPr sz="2400" kern="1200">
        <a:solidFill>
          <a:schemeClr val="tx1"/>
        </a:solidFill>
        <a:latin typeface="Tahoma" pitchFamily="34" charset="0"/>
        <a:ea typeface="+mn-ea"/>
        <a:cs typeface="Times New Roman" pitchFamily="18" charset="0"/>
      </a:defRPr>
    </a:lvl4pPr>
    <a:lvl5pPr marL="1828800" algn="l" rtl="0" fontAlgn="base">
      <a:spcBef>
        <a:spcPct val="0"/>
      </a:spcBef>
      <a:spcAft>
        <a:spcPct val="0"/>
      </a:spcAft>
      <a:defRPr sz="2400" kern="1200">
        <a:solidFill>
          <a:schemeClr val="tx1"/>
        </a:solidFill>
        <a:latin typeface="Tahoma" pitchFamily="34" charset="0"/>
        <a:ea typeface="+mn-ea"/>
        <a:cs typeface="Times New Roman" pitchFamily="18" charset="0"/>
      </a:defRPr>
    </a:lvl5pPr>
    <a:lvl6pPr marL="2286000" algn="l" defTabSz="914400" rtl="0" eaLnBrk="1" latinLnBrk="0" hangingPunct="1">
      <a:defRPr sz="2400" kern="1200">
        <a:solidFill>
          <a:schemeClr val="tx1"/>
        </a:solidFill>
        <a:latin typeface="Tahoma" pitchFamily="34" charset="0"/>
        <a:ea typeface="+mn-ea"/>
        <a:cs typeface="Times New Roman" pitchFamily="18" charset="0"/>
      </a:defRPr>
    </a:lvl6pPr>
    <a:lvl7pPr marL="2743200" algn="l" defTabSz="914400" rtl="0" eaLnBrk="1" latinLnBrk="0" hangingPunct="1">
      <a:defRPr sz="2400" kern="1200">
        <a:solidFill>
          <a:schemeClr val="tx1"/>
        </a:solidFill>
        <a:latin typeface="Tahoma" pitchFamily="34" charset="0"/>
        <a:ea typeface="+mn-ea"/>
        <a:cs typeface="Times New Roman" pitchFamily="18" charset="0"/>
      </a:defRPr>
    </a:lvl7pPr>
    <a:lvl8pPr marL="3200400" algn="l" defTabSz="914400" rtl="0" eaLnBrk="1" latinLnBrk="0" hangingPunct="1">
      <a:defRPr sz="2400" kern="1200">
        <a:solidFill>
          <a:schemeClr val="tx1"/>
        </a:solidFill>
        <a:latin typeface="Tahoma" pitchFamily="34" charset="0"/>
        <a:ea typeface="+mn-ea"/>
        <a:cs typeface="Times New Roman" pitchFamily="18" charset="0"/>
      </a:defRPr>
    </a:lvl8pPr>
    <a:lvl9pPr marL="3657600" algn="l" defTabSz="914400" rtl="0" eaLnBrk="1" latinLnBrk="0" hangingPunct="1">
      <a:defRPr sz="2400" kern="1200">
        <a:solidFill>
          <a:schemeClr val="tx1"/>
        </a:solidFill>
        <a:latin typeface="Tahoma" pitchFamily="34" charset="0"/>
        <a:ea typeface="+mn-ea"/>
        <a:cs typeface="Times New Roman" pitchFamily="18"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075C2C-ECD5-4131-ACA5-7D8AB05DC02B}" v="3" dt="2022-03-01T14:57:36.196"/>
    <p1510:client id="{1C982A00-587B-477D-BA0E-DCC29B86F4F9}" v="2" dt="2022-02-22T15:00:45.126"/>
    <p1510:client id="{30A1F357-6056-472D-A4BD-A1AAD9EE8DA6}" v="1" dt="2022-04-12T12:27:31.014"/>
    <p1510:client id="{3A453D42-0535-417C-B0F9-8B658D87725C}" v="12" dt="2022-02-22T15:34:17.240"/>
    <p1510:client id="{85004845-AEBD-41DE-BEF4-24410E609C6F}" v="1" dt="2022-03-01T14:31:41.679"/>
    <p1510:client id="{96E7B737-1BA2-4898-AAAE-8D28B829AB2C}" v="5" dt="2023-03-01T17:23:54.415"/>
    <p1510:client id="{A927CE65-63C1-402B-B495-80F10A5F84EC}" v="1" dt="2022-02-22T14:03:45.206"/>
    <p1510:client id="{BDBFC280-3302-4E47-A3C0-56BC16BC1B95}" v="1" dt="2022-02-22T15:25:34.2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walabidi998" userId="S::marwalabidi998_gmail.com#ext#@mohetn.onmicrosoft.com::e2df0c41-a4d2-49b3-bda3-18e34503bf86" providerId="AD" clId="Web-{1C982A00-587B-477D-BA0E-DCC29B86F4F9}"/>
    <pc:docChg chg="modSld">
      <pc:chgData name="marwalabidi998" userId="S::marwalabidi998_gmail.com#ext#@mohetn.onmicrosoft.com::e2df0c41-a4d2-49b3-bda3-18e34503bf86" providerId="AD" clId="Web-{1C982A00-587B-477D-BA0E-DCC29B86F4F9}" dt="2022-02-22T15:00:45.126" v="1"/>
      <pc:docMkLst>
        <pc:docMk/>
      </pc:docMkLst>
      <pc:sldChg chg="addSp">
        <pc:chgData name="marwalabidi998" userId="S::marwalabidi998_gmail.com#ext#@mohetn.onmicrosoft.com::e2df0c41-a4d2-49b3-bda3-18e34503bf86" providerId="AD" clId="Web-{1C982A00-587B-477D-BA0E-DCC29B86F4F9}" dt="2022-02-22T15:00:45.126" v="1"/>
        <pc:sldMkLst>
          <pc:docMk/>
          <pc:sldMk cId="0" sldId="262"/>
        </pc:sldMkLst>
        <pc:spChg chg="add">
          <ac:chgData name="marwalabidi998" userId="S::marwalabidi998_gmail.com#ext#@mohetn.onmicrosoft.com::e2df0c41-a4d2-49b3-bda3-18e34503bf86" providerId="AD" clId="Web-{1C982A00-587B-477D-BA0E-DCC29B86F4F9}" dt="2022-02-22T15:00:43.673" v="0"/>
          <ac:spMkLst>
            <pc:docMk/>
            <pc:sldMk cId="0" sldId="262"/>
            <ac:spMk id="2" creationId="{4CC6C493-FD59-4169-83EC-2568E91F02AF}"/>
          </ac:spMkLst>
        </pc:spChg>
        <pc:spChg chg="add">
          <ac:chgData name="marwalabidi998" userId="S::marwalabidi998_gmail.com#ext#@mohetn.onmicrosoft.com::e2df0c41-a4d2-49b3-bda3-18e34503bf86" providerId="AD" clId="Web-{1C982A00-587B-477D-BA0E-DCC29B86F4F9}" dt="2022-02-22T15:00:45.126" v="1"/>
          <ac:spMkLst>
            <pc:docMk/>
            <pc:sldMk cId="0" sldId="262"/>
            <ac:spMk id="3" creationId="{FB8AB246-A114-4324-88B3-5D626C330B69}"/>
          </ac:spMkLst>
        </pc:spChg>
      </pc:sldChg>
    </pc:docChg>
  </pc:docChgLst>
  <pc:docChgLst>
    <pc:chgData name="hammemimohamedhedi" userId="S::hammemimohamedhedi@essths.u-sousse.tn::52877015-62ef-4eb4-a2e7-97c1d31f3eb7" providerId="AD" clId="Web-{30A1F357-6056-472D-A4BD-A1AAD9EE8DA6}"/>
    <pc:docChg chg="sldOrd">
      <pc:chgData name="hammemimohamedhedi" userId="S::hammemimohamedhedi@essths.u-sousse.tn::52877015-62ef-4eb4-a2e7-97c1d31f3eb7" providerId="AD" clId="Web-{30A1F357-6056-472D-A4BD-A1AAD9EE8DA6}" dt="2022-04-12T12:27:31.014" v="0"/>
      <pc:docMkLst>
        <pc:docMk/>
      </pc:docMkLst>
      <pc:sldChg chg="ord">
        <pc:chgData name="hammemimohamedhedi" userId="S::hammemimohamedhedi@essths.u-sousse.tn::52877015-62ef-4eb4-a2e7-97c1d31f3eb7" providerId="AD" clId="Web-{30A1F357-6056-472D-A4BD-A1AAD9EE8DA6}" dt="2022-04-12T12:27:31.014" v="0"/>
        <pc:sldMkLst>
          <pc:docMk/>
          <pc:sldMk cId="0" sldId="345"/>
        </pc:sldMkLst>
      </pc:sldChg>
    </pc:docChg>
  </pc:docChgLst>
  <pc:docChgLst>
    <pc:chgData name="zarroukfatma" userId="S::zarroukfatma@essths.u-sousse.tn::ebb659c5-bf43-4af8-8f6a-79c31f6c8647" providerId="AD" clId="Web-{BDBFC280-3302-4E47-A3C0-56BC16BC1B95}"/>
    <pc:docChg chg="modSld">
      <pc:chgData name="zarroukfatma" userId="S::zarroukfatma@essths.u-sousse.tn::ebb659c5-bf43-4af8-8f6a-79c31f6c8647" providerId="AD" clId="Web-{BDBFC280-3302-4E47-A3C0-56BC16BC1B95}" dt="2022-02-22T15:25:34.234" v="0"/>
      <pc:docMkLst>
        <pc:docMk/>
      </pc:docMkLst>
      <pc:sldChg chg="addSp">
        <pc:chgData name="zarroukfatma" userId="S::zarroukfatma@essths.u-sousse.tn::ebb659c5-bf43-4af8-8f6a-79c31f6c8647" providerId="AD" clId="Web-{BDBFC280-3302-4E47-A3C0-56BC16BC1B95}" dt="2022-02-22T15:25:34.234" v="0"/>
        <pc:sldMkLst>
          <pc:docMk/>
          <pc:sldMk cId="0" sldId="319"/>
        </pc:sldMkLst>
        <pc:spChg chg="add">
          <ac:chgData name="zarroukfatma" userId="S::zarroukfatma@essths.u-sousse.tn::ebb659c5-bf43-4af8-8f6a-79c31f6c8647" providerId="AD" clId="Web-{BDBFC280-3302-4E47-A3C0-56BC16BC1B95}" dt="2022-02-22T15:25:34.234" v="0"/>
          <ac:spMkLst>
            <pc:docMk/>
            <pc:sldMk cId="0" sldId="319"/>
            <ac:spMk id="2" creationId="{235A54AA-24F0-4B20-9A05-33B7D3823A29}"/>
          </ac:spMkLst>
        </pc:spChg>
      </pc:sldChg>
    </pc:docChg>
  </pc:docChgLst>
  <pc:docChgLst>
    <pc:chgData name="hammemimohamedhedi" userId="S::hammemimohamedhedi@essths.u-sousse.tn::52877015-62ef-4eb4-a2e7-97c1d31f3eb7" providerId="AD" clId="Web-{85004845-AEBD-41DE-BEF4-24410E609C6F}"/>
    <pc:docChg chg="modSld">
      <pc:chgData name="hammemimohamedhedi" userId="S::hammemimohamedhedi@essths.u-sousse.tn::52877015-62ef-4eb4-a2e7-97c1d31f3eb7" providerId="AD" clId="Web-{85004845-AEBD-41DE-BEF4-24410E609C6F}" dt="2022-03-01T14:31:41.679" v="0" actId="1076"/>
      <pc:docMkLst>
        <pc:docMk/>
      </pc:docMkLst>
      <pc:sldChg chg="modSp">
        <pc:chgData name="hammemimohamedhedi" userId="S::hammemimohamedhedi@essths.u-sousse.tn::52877015-62ef-4eb4-a2e7-97c1d31f3eb7" providerId="AD" clId="Web-{85004845-AEBD-41DE-BEF4-24410E609C6F}" dt="2022-03-01T14:31:41.679" v="0" actId="1076"/>
        <pc:sldMkLst>
          <pc:docMk/>
          <pc:sldMk cId="0" sldId="319"/>
        </pc:sldMkLst>
        <pc:spChg chg="mod">
          <ac:chgData name="hammemimohamedhedi" userId="S::hammemimohamedhedi@essths.u-sousse.tn::52877015-62ef-4eb4-a2e7-97c1d31f3eb7" providerId="AD" clId="Web-{85004845-AEBD-41DE-BEF4-24410E609C6F}" dt="2022-03-01T14:31:41.679" v="0" actId="1076"/>
          <ac:spMkLst>
            <pc:docMk/>
            <pc:sldMk cId="0" sldId="319"/>
            <ac:spMk id="2" creationId="{235A54AA-24F0-4B20-9A05-33B7D3823A29}"/>
          </ac:spMkLst>
        </pc:spChg>
      </pc:sldChg>
    </pc:docChg>
  </pc:docChgLst>
  <pc:docChgLst>
    <pc:chgData name="marwalabidi998" userId="S::marwalabidi998_gmail.com#ext#@mohetn.onmicrosoft.com::e2df0c41-a4d2-49b3-bda3-18e34503bf86" providerId="AD" clId="Web-{3A453D42-0535-417C-B0F9-8B658D87725C}"/>
    <pc:docChg chg="modSld">
      <pc:chgData name="marwalabidi998" userId="S::marwalabidi998_gmail.com#ext#@mohetn.onmicrosoft.com::e2df0c41-a4d2-49b3-bda3-18e34503bf86" providerId="AD" clId="Web-{3A453D42-0535-417C-B0F9-8B658D87725C}" dt="2022-02-22T15:34:17.240" v="18" actId="20577"/>
      <pc:docMkLst>
        <pc:docMk/>
      </pc:docMkLst>
      <pc:sldChg chg="modSp">
        <pc:chgData name="marwalabidi998" userId="S::marwalabidi998_gmail.com#ext#@mohetn.onmicrosoft.com::e2df0c41-a4d2-49b3-bda3-18e34503bf86" providerId="AD" clId="Web-{3A453D42-0535-417C-B0F9-8B658D87725C}" dt="2022-02-22T15:34:17.240" v="18" actId="20577"/>
        <pc:sldMkLst>
          <pc:docMk/>
          <pc:sldMk cId="0" sldId="296"/>
        </pc:sldMkLst>
        <pc:spChg chg="mod">
          <ac:chgData name="marwalabidi998" userId="S::marwalabidi998_gmail.com#ext#@mohetn.onmicrosoft.com::e2df0c41-a4d2-49b3-bda3-18e34503bf86" providerId="AD" clId="Web-{3A453D42-0535-417C-B0F9-8B658D87725C}" dt="2022-02-22T15:34:17.240" v="18" actId="20577"/>
          <ac:spMkLst>
            <pc:docMk/>
            <pc:sldMk cId="0" sldId="296"/>
            <ac:spMk id="78850" creationId="{00000000-0000-0000-0000-000000000000}"/>
          </ac:spMkLst>
        </pc:spChg>
        <pc:spChg chg="mod">
          <ac:chgData name="marwalabidi998" userId="S::marwalabidi998_gmail.com#ext#@mohetn.onmicrosoft.com::e2df0c41-a4d2-49b3-bda3-18e34503bf86" providerId="AD" clId="Web-{3A453D42-0535-417C-B0F9-8B658D87725C}" dt="2022-02-22T15:34:13.099" v="17" actId="20577"/>
          <ac:spMkLst>
            <pc:docMk/>
            <pc:sldMk cId="0" sldId="296"/>
            <ac:spMk id="78851" creationId="{00000000-0000-0000-0000-000000000000}"/>
          </ac:spMkLst>
        </pc:spChg>
        <pc:graphicFrameChg chg="mod">
          <ac:chgData name="marwalabidi998" userId="S::marwalabidi998_gmail.com#ext#@mohetn.onmicrosoft.com::e2df0c41-a4d2-49b3-bda3-18e34503bf86" providerId="AD" clId="Web-{3A453D42-0535-417C-B0F9-8B658D87725C}" dt="2022-02-22T15:33:56.490" v="16" actId="14100"/>
          <ac:graphicFrameMkLst>
            <pc:docMk/>
            <pc:sldMk cId="0" sldId="296"/>
            <ac:graphicFrameMk id="146432" creationId="{00000000-0000-0000-0000-000000000000}"/>
          </ac:graphicFrameMkLst>
        </pc:graphicFrameChg>
      </pc:sldChg>
      <pc:sldChg chg="modSp">
        <pc:chgData name="marwalabidi998" userId="S::marwalabidi998_gmail.com#ext#@mohetn.onmicrosoft.com::e2df0c41-a4d2-49b3-bda3-18e34503bf86" providerId="AD" clId="Web-{3A453D42-0535-417C-B0F9-8B658D87725C}" dt="2022-02-22T15:25:51.663" v="3" actId="20577"/>
        <pc:sldMkLst>
          <pc:docMk/>
          <pc:sldMk cId="0" sldId="345"/>
        </pc:sldMkLst>
        <pc:spChg chg="mod">
          <ac:chgData name="marwalabidi998" userId="S::marwalabidi998_gmail.com#ext#@mohetn.onmicrosoft.com::e2df0c41-a4d2-49b3-bda3-18e34503bf86" providerId="AD" clId="Web-{3A453D42-0535-417C-B0F9-8B658D87725C}" dt="2022-02-22T15:25:32.944" v="0" actId="20577"/>
          <ac:spMkLst>
            <pc:docMk/>
            <pc:sldMk cId="0" sldId="345"/>
            <ac:spMk id="145410" creationId="{00000000-0000-0000-0000-000000000000}"/>
          </ac:spMkLst>
        </pc:spChg>
        <pc:spChg chg="mod">
          <ac:chgData name="marwalabidi998" userId="S::marwalabidi998_gmail.com#ext#@mohetn.onmicrosoft.com::e2df0c41-a4d2-49b3-bda3-18e34503bf86" providerId="AD" clId="Web-{3A453D42-0535-417C-B0F9-8B658D87725C}" dt="2022-02-22T15:25:51.663" v="3" actId="20577"/>
          <ac:spMkLst>
            <pc:docMk/>
            <pc:sldMk cId="0" sldId="345"/>
            <ac:spMk id="145411" creationId="{00000000-0000-0000-0000-000000000000}"/>
          </ac:spMkLst>
        </pc:spChg>
      </pc:sldChg>
    </pc:docChg>
  </pc:docChgLst>
  <pc:docChgLst>
    <pc:chgData name="marwalabidi998" userId="S::marwalabidi998_gmail.com#ext#@mohetn.onmicrosoft.com::e2df0c41-a4d2-49b3-bda3-18e34503bf86" providerId="AD" clId="Web-{13075C2C-ECD5-4131-ACA5-7D8AB05DC02B}"/>
    <pc:docChg chg="modSld">
      <pc:chgData name="marwalabidi998" userId="S::marwalabidi998_gmail.com#ext#@mohetn.onmicrosoft.com::e2df0c41-a4d2-49b3-bda3-18e34503bf86" providerId="AD" clId="Web-{13075C2C-ECD5-4131-ACA5-7D8AB05DC02B}" dt="2022-03-01T14:58:01.885" v="6" actId="14100"/>
      <pc:docMkLst>
        <pc:docMk/>
      </pc:docMkLst>
      <pc:sldChg chg="modSp">
        <pc:chgData name="marwalabidi998" userId="S::marwalabidi998_gmail.com#ext#@mohetn.onmicrosoft.com::e2df0c41-a4d2-49b3-bda3-18e34503bf86" providerId="AD" clId="Web-{13075C2C-ECD5-4131-ACA5-7D8AB05DC02B}" dt="2022-03-01T14:58:01.885" v="6" actId="14100"/>
        <pc:sldMkLst>
          <pc:docMk/>
          <pc:sldMk cId="0" sldId="295"/>
        </pc:sldMkLst>
        <pc:spChg chg="mod">
          <ac:chgData name="marwalabidi998" userId="S::marwalabidi998_gmail.com#ext#@mohetn.onmicrosoft.com::e2df0c41-a4d2-49b3-bda3-18e34503bf86" providerId="AD" clId="Web-{13075C2C-ECD5-4131-ACA5-7D8AB05DC02B}" dt="2022-03-01T14:57:35.837" v="1" actId="20577"/>
          <ac:spMkLst>
            <pc:docMk/>
            <pc:sldMk cId="0" sldId="295"/>
            <ac:spMk id="77827" creationId="{00000000-0000-0000-0000-000000000000}"/>
          </ac:spMkLst>
        </pc:spChg>
        <pc:graphicFrameChg chg="mod">
          <ac:chgData name="marwalabidi998" userId="S::marwalabidi998_gmail.com#ext#@mohetn.onmicrosoft.com::e2df0c41-a4d2-49b3-bda3-18e34503bf86" providerId="AD" clId="Web-{13075C2C-ECD5-4131-ACA5-7D8AB05DC02B}" dt="2022-03-01T14:58:01.885" v="6" actId="14100"/>
          <ac:graphicFrameMkLst>
            <pc:docMk/>
            <pc:sldMk cId="0" sldId="295"/>
            <ac:graphicFrameMk id="77831" creationId="{00000000-0000-0000-0000-000000000000}"/>
          </ac:graphicFrameMkLst>
        </pc:graphicFrameChg>
      </pc:sldChg>
    </pc:docChg>
  </pc:docChgLst>
  <pc:docChgLst>
    <pc:chgData name="mradabdelmalek" userId="S::mradabdelmalek@essths.u-sousse.tn::b883399a-289c-4631-a087-4b93f26dcfe5" providerId="AD" clId="Web-{32A7C727-8ED0-446C-8114-68EAD1F4884D}"/>
    <pc:docChg chg="modSld">
      <pc:chgData name="mradabdelmalek" userId="S::mradabdelmalek@essths.u-sousse.tn::b883399a-289c-4631-a087-4b93f26dcfe5" providerId="AD" clId="Web-{32A7C727-8ED0-446C-8114-68EAD1F4884D}" dt="2023-04-14T12:47:49.556" v="0" actId="1076"/>
      <pc:docMkLst>
        <pc:docMk/>
      </pc:docMkLst>
      <pc:sldChg chg="modSp">
        <pc:chgData name="mradabdelmalek" userId="S::mradabdelmalek@essths.u-sousse.tn::b883399a-289c-4631-a087-4b93f26dcfe5" providerId="AD" clId="Web-{32A7C727-8ED0-446C-8114-68EAD1F4884D}" dt="2023-04-14T12:47:49.556" v="0" actId="1076"/>
        <pc:sldMkLst>
          <pc:docMk/>
          <pc:sldMk cId="0" sldId="277"/>
        </pc:sldMkLst>
        <pc:graphicFrameChg chg="mod">
          <ac:chgData name="mradabdelmalek" userId="S::mradabdelmalek@essths.u-sousse.tn::b883399a-289c-4631-a087-4b93f26dcfe5" providerId="AD" clId="Web-{32A7C727-8ED0-446C-8114-68EAD1F4884D}" dt="2023-04-14T12:47:49.556" v="0" actId="1076"/>
          <ac:graphicFrameMkLst>
            <pc:docMk/>
            <pc:sldMk cId="0" sldId="277"/>
            <ac:graphicFrameMk id="57350" creationId="{00000000-0000-0000-0000-000000000000}"/>
          </ac:graphicFrameMkLst>
        </pc:graphicFrameChg>
      </pc:sldChg>
    </pc:docChg>
  </pc:docChgLst>
  <pc:docChgLst>
    <pc:chgData name="MOHAMED FAROUK ELLOUZI" userId="S::mohamedfarouk.ellouzi@essths.u-sousse.tn::e61ae540-1d2f-45ed-9392-3c6459494397" providerId="AD" clId="Web-{96E7B737-1BA2-4898-AAAE-8D28B829AB2C}"/>
    <pc:docChg chg="modSld">
      <pc:chgData name="MOHAMED FAROUK ELLOUZI" userId="S::mohamedfarouk.ellouzi@essths.u-sousse.tn::e61ae540-1d2f-45ed-9392-3c6459494397" providerId="AD" clId="Web-{96E7B737-1BA2-4898-AAAE-8D28B829AB2C}" dt="2023-03-01T17:23:54.415" v="4"/>
      <pc:docMkLst>
        <pc:docMk/>
      </pc:docMkLst>
      <pc:sldChg chg="delSp modSp">
        <pc:chgData name="MOHAMED FAROUK ELLOUZI" userId="S::mohamedfarouk.ellouzi@essths.u-sousse.tn::e61ae540-1d2f-45ed-9392-3c6459494397" providerId="AD" clId="Web-{96E7B737-1BA2-4898-AAAE-8D28B829AB2C}" dt="2023-03-01T17:23:54.415" v="4"/>
        <pc:sldMkLst>
          <pc:docMk/>
          <pc:sldMk cId="0" sldId="262"/>
        </pc:sldMkLst>
        <pc:spChg chg="del mod">
          <ac:chgData name="MOHAMED FAROUK ELLOUZI" userId="S::mohamedfarouk.ellouzi@essths.u-sousse.tn::e61ae540-1d2f-45ed-9392-3c6459494397" providerId="AD" clId="Web-{96E7B737-1BA2-4898-AAAE-8D28B829AB2C}" dt="2023-03-01T17:23:51.337" v="3"/>
          <ac:spMkLst>
            <pc:docMk/>
            <pc:sldMk cId="0" sldId="262"/>
            <ac:spMk id="2" creationId="{4CC6C493-FD59-4169-83EC-2568E91F02AF}"/>
          </ac:spMkLst>
        </pc:spChg>
        <pc:spChg chg="del mod">
          <ac:chgData name="MOHAMED FAROUK ELLOUZI" userId="S::mohamedfarouk.ellouzi@essths.u-sousse.tn::e61ae540-1d2f-45ed-9392-3c6459494397" providerId="AD" clId="Web-{96E7B737-1BA2-4898-AAAE-8D28B829AB2C}" dt="2023-03-01T17:23:54.415" v="4"/>
          <ac:spMkLst>
            <pc:docMk/>
            <pc:sldMk cId="0" sldId="262"/>
            <ac:spMk id="3" creationId="{FB8AB246-A114-4324-88B3-5D626C330B69}"/>
          </ac:spMkLst>
        </pc:spChg>
      </pc:sldChg>
    </pc:docChg>
  </pc:docChgLst>
  <pc:docChgLst>
    <pc:chgData name="zarroukfatma" userId="S::zarroukfatma@essths.u-sousse.tn::ebb659c5-bf43-4af8-8f6a-79c31f6c8647" providerId="AD" clId="Web-{A927CE65-63C1-402B-B495-80F10A5F84EC}"/>
    <pc:docChg chg="modSld">
      <pc:chgData name="zarroukfatma" userId="S::zarroukfatma@essths.u-sousse.tn::ebb659c5-bf43-4af8-8f6a-79c31f6c8647" providerId="AD" clId="Web-{A927CE65-63C1-402B-B495-80F10A5F84EC}" dt="2022-02-22T14:03:45.206" v="0"/>
      <pc:docMkLst>
        <pc:docMk/>
      </pc:docMkLst>
      <pc:sldChg chg="addSp">
        <pc:chgData name="zarroukfatma" userId="S::zarroukfatma@essths.u-sousse.tn::ebb659c5-bf43-4af8-8f6a-79c31f6c8647" providerId="AD" clId="Web-{A927CE65-63C1-402B-B495-80F10A5F84EC}" dt="2022-02-22T14:03:45.206" v="0"/>
        <pc:sldMkLst>
          <pc:docMk/>
          <pc:sldMk cId="0" sldId="256"/>
        </pc:sldMkLst>
        <pc:spChg chg="add">
          <ac:chgData name="zarroukfatma" userId="S::zarroukfatma@essths.u-sousse.tn::ebb659c5-bf43-4af8-8f6a-79c31f6c8647" providerId="AD" clId="Web-{A927CE65-63C1-402B-B495-80F10A5F84EC}" dt="2022-02-22T14:03:45.206" v="0"/>
          <ac:spMkLst>
            <pc:docMk/>
            <pc:sldMk cId="0" sldId="256"/>
            <ac:spMk id="2" creationId="{159159F6-DDF5-46BB-B91E-76CAEB36E676}"/>
          </ac:spMkLst>
        </pc:s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image" Target="../media/image5.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1026"/>
          <p:cNvSpPr>
            <a:spLocks noGrp="1" noChangeArrowheads="1"/>
          </p:cNvSpPr>
          <p:nvPr>
            <p:ph type="hdr" sz="quarter"/>
          </p:nvPr>
        </p:nvSpPr>
        <p:spPr bwMode="auto">
          <a:xfrm>
            <a:off x="0" y="0"/>
            <a:ext cx="3027363" cy="463550"/>
          </a:xfrm>
          <a:prstGeom prst="rect">
            <a:avLst/>
          </a:prstGeom>
          <a:noFill/>
          <a:ln w="9525">
            <a:noFill/>
            <a:miter lim="800000"/>
            <a:headEnd/>
            <a:tailEnd/>
          </a:ln>
          <a:effectLst/>
        </p:spPr>
        <p:txBody>
          <a:bodyPr vert="horz" wrap="square" lIns="92885" tIns="46442" rIns="92885" bIns="46442" numCol="1" anchor="t" anchorCtr="0" compatLnSpc="1">
            <a:prstTxWarp prst="textNoShape">
              <a:avLst/>
            </a:prstTxWarp>
          </a:bodyPr>
          <a:lstStyle>
            <a:lvl1pPr defTabSz="928688">
              <a:defRPr sz="1200"/>
            </a:lvl1pPr>
          </a:lstStyle>
          <a:p>
            <a:endParaRPr lang="en-US"/>
          </a:p>
        </p:txBody>
      </p:sp>
      <p:sp>
        <p:nvSpPr>
          <p:cNvPr id="60419" name="Rectangle 1027"/>
          <p:cNvSpPr>
            <a:spLocks noGrp="1" noChangeArrowheads="1"/>
          </p:cNvSpPr>
          <p:nvPr>
            <p:ph type="dt" sz="quarter" idx="1"/>
          </p:nvPr>
        </p:nvSpPr>
        <p:spPr bwMode="auto">
          <a:xfrm>
            <a:off x="3957638" y="0"/>
            <a:ext cx="3027362" cy="463550"/>
          </a:xfrm>
          <a:prstGeom prst="rect">
            <a:avLst/>
          </a:prstGeom>
          <a:noFill/>
          <a:ln w="9525">
            <a:noFill/>
            <a:miter lim="800000"/>
            <a:headEnd/>
            <a:tailEnd/>
          </a:ln>
          <a:effectLst/>
        </p:spPr>
        <p:txBody>
          <a:bodyPr vert="horz" wrap="square" lIns="92885" tIns="46442" rIns="92885" bIns="46442" numCol="1" anchor="t" anchorCtr="0" compatLnSpc="1">
            <a:prstTxWarp prst="textNoShape">
              <a:avLst/>
            </a:prstTxWarp>
          </a:bodyPr>
          <a:lstStyle>
            <a:lvl1pPr algn="r" defTabSz="928688">
              <a:defRPr sz="1200"/>
            </a:lvl1pPr>
          </a:lstStyle>
          <a:p>
            <a:endParaRPr lang="en-US"/>
          </a:p>
        </p:txBody>
      </p:sp>
      <p:sp>
        <p:nvSpPr>
          <p:cNvPr id="60420" name="Rectangle 1028"/>
          <p:cNvSpPr>
            <a:spLocks noGrp="1" noChangeArrowheads="1"/>
          </p:cNvSpPr>
          <p:nvPr>
            <p:ph type="ftr" sz="quarter" idx="2"/>
          </p:nvPr>
        </p:nvSpPr>
        <p:spPr bwMode="auto">
          <a:xfrm>
            <a:off x="0" y="8807450"/>
            <a:ext cx="3027363" cy="463550"/>
          </a:xfrm>
          <a:prstGeom prst="rect">
            <a:avLst/>
          </a:prstGeom>
          <a:noFill/>
          <a:ln w="9525">
            <a:noFill/>
            <a:miter lim="800000"/>
            <a:headEnd/>
            <a:tailEnd/>
          </a:ln>
          <a:effectLst/>
        </p:spPr>
        <p:txBody>
          <a:bodyPr vert="horz" wrap="square" lIns="92885" tIns="46442" rIns="92885" bIns="46442" numCol="1" anchor="b" anchorCtr="0" compatLnSpc="1">
            <a:prstTxWarp prst="textNoShape">
              <a:avLst/>
            </a:prstTxWarp>
          </a:bodyPr>
          <a:lstStyle>
            <a:lvl1pPr defTabSz="928688">
              <a:defRPr sz="1200"/>
            </a:lvl1pPr>
          </a:lstStyle>
          <a:p>
            <a:endParaRPr lang="en-US"/>
          </a:p>
        </p:txBody>
      </p:sp>
      <p:sp>
        <p:nvSpPr>
          <p:cNvPr id="60421" name="Rectangle 1029"/>
          <p:cNvSpPr>
            <a:spLocks noGrp="1" noChangeArrowheads="1"/>
          </p:cNvSpPr>
          <p:nvPr>
            <p:ph type="sldNum" sz="quarter" idx="3"/>
          </p:nvPr>
        </p:nvSpPr>
        <p:spPr bwMode="auto">
          <a:xfrm>
            <a:off x="3957638" y="8807450"/>
            <a:ext cx="3027362" cy="463550"/>
          </a:xfrm>
          <a:prstGeom prst="rect">
            <a:avLst/>
          </a:prstGeom>
          <a:noFill/>
          <a:ln w="9525">
            <a:noFill/>
            <a:miter lim="800000"/>
            <a:headEnd/>
            <a:tailEnd/>
          </a:ln>
          <a:effectLst/>
        </p:spPr>
        <p:txBody>
          <a:bodyPr vert="horz" wrap="square" lIns="92885" tIns="46442" rIns="92885" bIns="46442" numCol="1" anchor="b" anchorCtr="0" compatLnSpc="1">
            <a:prstTxWarp prst="textNoShape">
              <a:avLst/>
            </a:prstTxWarp>
          </a:bodyPr>
          <a:lstStyle>
            <a:lvl1pPr algn="r" defTabSz="928688">
              <a:defRPr sz="1200"/>
            </a:lvl1pPr>
          </a:lstStyle>
          <a:p>
            <a:fld id="{A2604BC5-177E-41A1-8A7D-94D638A50217}" type="slidenum">
              <a:rPr lang="en-US"/>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bwMode="auto">
          <a:xfrm>
            <a:off x="0" y="0"/>
            <a:ext cx="3027363" cy="463550"/>
          </a:xfrm>
          <a:prstGeom prst="rect">
            <a:avLst/>
          </a:prstGeom>
          <a:noFill/>
          <a:ln w="9525">
            <a:noFill/>
            <a:miter lim="800000"/>
            <a:headEnd/>
            <a:tailEnd/>
          </a:ln>
          <a:effectLst/>
        </p:spPr>
        <p:txBody>
          <a:bodyPr vert="horz" wrap="square" lIns="92885" tIns="46442" rIns="92885" bIns="46442" numCol="1" anchor="t" anchorCtr="0" compatLnSpc="1">
            <a:prstTxWarp prst="textNoShape">
              <a:avLst/>
            </a:prstTxWarp>
          </a:bodyPr>
          <a:lstStyle>
            <a:lvl1pPr defTabSz="928688">
              <a:defRPr sz="1200"/>
            </a:lvl1pPr>
          </a:lstStyle>
          <a:p>
            <a:endParaRPr lang="en-US"/>
          </a:p>
        </p:txBody>
      </p:sp>
      <p:sp>
        <p:nvSpPr>
          <p:cNvPr id="37891" name="Rectangle 3"/>
          <p:cNvSpPr>
            <a:spLocks noGrp="1" noChangeArrowheads="1"/>
          </p:cNvSpPr>
          <p:nvPr>
            <p:ph type="dt" idx="1"/>
          </p:nvPr>
        </p:nvSpPr>
        <p:spPr bwMode="auto">
          <a:xfrm>
            <a:off x="3957638" y="0"/>
            <a:ext cx="3027362" cy="463550"/>
          </a:xfrm>
          <a:prstGeom prst="rect">
            <a:avLst/>
          </a:prstGeom>
          <a:noFill/>
          <a:ln w="9525">
            <a:noFill/>
            <a:miter lim="800000"/>
            <a:headEnd/>
            <a:tailEnd/>
          </a:ln>
          <a:effectLst/>
        </p:spPr>
        <p:txBody>
          <a:bodyPr vert="horz" wrap="square" lIns="92885" tIns="46442" rIns="92885" bIns="46442" numCol="1" anchor="t" anchorCtr="0" compatLnSpc="1">
            <a:prstTxWarp prst="textNoShape">
              <a:avLst/>
            </a:prstTxWarp>
          </a:bodyPr>
          <a:lstStyle>
            <a:lvl1pPr algn="r" defTabSz="928688">
              <a:defRPr sz="1200"/>
            </a:lvl1pPr>
          </a:lstStyle>
          <a:p>
            <a:endParaRPr lang="en-US"/>
          </a:p>
        </p:txBody>
      </p:sp>
      <p:sp>
        <p:nvSpPr>
          <p:cNvPr id="37892" name="Rectangle 4"/>
          <p:cNvSpPr>
            <a:spLocks noGrp="1" noRot="1" noChangeAspect="1" noChangeArrowheads="1" noTextEdit="1"/>
          </p:cNvSpPr>
          <p:nvPr>
            <p:ph type="sldImg" idx="2"/>
          </p:nvPr>
        </p:nvSpPr>
        <p:spPr bwMode="auto">
          <a:xfrm>
            <a:off x="1174750" y="695325"/>
            <a:ext cx="4635500" cy="3476625"/>
          </a:xfrm>
          <a:prstGeom prst="rect">
            <a:avLst/>
          </a:prstGeom>
          <a:noFill/>
          <a:ln w="9525">
            <a:solidFill>
              <a:srgbClr val="000000"/>
            </a:solidFill>
            <a:miter lim="800000"/>
            <a:headEnd/>
            <a:tailEnd/>
          </a:ln>
          <a:effectLst/>
        </p:spPr>
      </p:sp>
      <p:sp>
        <p:nvSpPr>
          <p:cNvPr id="37893" name="Rectangle 5"/>
          <p:cNvSpPr>
            <a:spLocks noGrp="1" noChangeArrowheads="1"/>
          </p:cNvSpPr>
          <p:nvPr>
            <p:ph type="body" sz="quarter" idx="3"/>
          </p:nvPr>
        </p:nvSpPr>
        <p:spPr bwMode="auto">
          <a:xfrm>
            <a:off x="931863" y="4403725"/>
            <a:ext cx="5121275" cy="4171950"/>
          </a:xfrm>
          <a:prstGeom prst="rect">
            <a:avLst/>
          </a:prstGeom>
          <a:noFill/>
          <a:ln w="9525">
            <a:noFill/>
            <a:miter lim="800000"/>
            <a:headEnd/>
            <a:tailEnd/>
          </a:ln>
          <a:effectLst/>
        </p:spPr>
        <p:txBody>
          <a:bodyPr vert="horz" wrap="square" lIns="92885" tIns="46442" rIns="92885" bIns="4644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894" name="Rectangle 6"/>
          <p:cNvSpPr>
            <a:spLocks noGrp="1" noChangeArrowheads="1"/>
          </p:cNvSpPr>
          <p:nvPr>
            <p:ph type="ftr" sz="quarter" idx="4"/>
          </p:nvPr>
        </p:nvSpPr>
        <p:spPr bwMode="auto">
          <a:xfrm>
            <a:off x="0" y="8807450"/>
            <a:ext cx="3027363" cy="463550"/>
          </a:xfrm>
          <a:prstGeom prst="rect">
            <a:avLst/>
          </a:prstGeom>
          <a:noFill/>
          <a:ln w="9525">
            <a:noFill/>
            <a:miter lim="800000"/>
            <a:headEnd/>
            <a:tailEnd/>
          </a:ln>
          <a:effectLst/>
        </p:spPr>
        <p:txBody>
          <a:bodyPr vert="horz" wrap="square" lIns="92885" tIns="46442" rIns="92885" bIns="46442" numCol="1" anchor="b" anchorCtr="0" compatLnSpc="1">
            <a:prstTxWarp prst="textNoShape">
              <a:avLst/>
            </a:prstTxWarp>
          </a:bodyPr>
          <a:lstStyle>
            <a:lvl1pPr defTabSz="928688">
              <a:defRPr sz="1200"/>
            </a:lvl1pPr>
          </a:lstStyle>
          <a:p>
            <a:endParaRPr lang="en-US"/>
          </a:p>
        </p:txBody>
      </p:sp>
      <p:sp>
        <p:nvSpPr>
          <p:cNvPr id="37895" name="Rectangle 7"/>
          <p:cNvSpPr>
            <a:spLocks noGrp="1" noChangeArrowheads="1"/>
          </p:cNvSpPr>
          <p:nvPr>
            <p:ph type="sldNum" sz="quarter" idx="5"/>
          </p:nvPr>
        </p:nvSpPr>
        <p:spPr bwMode="auto">
          <a:xfrm>
            <a:off x="3957638" y="8807450"/>
            <a:ext cx="3027362" cy="463550"/>
          </a:xfrm>
          <a:prstGeom prst="rect">
            <a:avLst/>
          </a:prstGeom>
          <a:noFill/>
          <a:ln w="9525">
            <a:noFill/>
            <a:miter lim="800000"/>
            <a:headEnd/>
            <a:tailEnd/>
          </a:ln>
          <a:effectLst/>
        </p:spPr>
        <p:txBody>
          <a:bodyPr vert="horz" wrap="square" lIns="92885" tIns="46442" rIns="92885" bIns="46442" numCol="1" anchor="b" anchorCtr="0" compatLnSpc="1">
            <a:prstTxWarp prst="textNoShape">
              <a:avLst/>
            </a:prstTxWarp>
          </a:bodyPr>
          <a:lstStyle>
            <a:lvl1pPr algn="r" defTabSz="928688">
              <a:defRPr sz="1200"/>
            </a:lvl1pPr>
          </a:lstStyle>
          <a:p>
            <a:fld id="{031F23D2-02C0-49A6-9175-B39CBD31F2AA}"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mn-ea"/>
        <a:cs typeface="Times New Roman" pitchFamily="18" charset="0"/>
      </a:defRPr>
    </a:lvl1pPr>
    <a:lvl2pPr marL="457200" algn="l" rtl="0" fontAlgn="base">
      <a:spcBef>
        <a:spcPct val="30000"/>
      </a:spcBef>
      <a:spcAft>
        <a:spcPct val="0"/>
      </a:spcAft>
      <a:defRPr kumimoji="1" sz="1200" kern="1200">
        <a:solidFill>
          <a:schemeClr val="tx1"/>
        </a:solidFill>
        <a:latin typeface="Times New Roman" pitchFamily="18" charset="0"/>
        <a:ea typeface="+mn-ea"/>
        <a:cs typeface="Times New Roman" pitchFamily="18" charset="0"/>
      </a:defRPr>
    </a:lvl2pPr>
    <a:lvl3pPr marL="914400" algn="l" rtl="0" fontAlgn="base">
      <a:spcBef>
        <a:spcPct val="30000"/>
      </a:spcBef>
      <a:spcAft>
        <a:spcPct val="0"/>
      </a:spcAft>
      <a:defRPr kumimoji="1" sz="1200" kern="1200">
        <a:solidFill>
          <a:schemeClr val="tx1"/>
        </a:solidFill>
        <a:latin typeface="Times New Roman" pitchFamily="18" charset="0"/>
        <a:ea typeface="+mn-ea"/>
        <a:cs typeface="Times New Roman" pitchFamily="18" charset="0"/>
      </a:defRPr>
    </a:lvl3pPr>
    <a:lvl4pPr marL="1371600" algn="l" rtl="0" fontAlgn="base">
      <a:spcBef>
        <a:spcPct val="30000"/>
      </a:spcBef>
      <a:spcAft>
        <a:spcPct val="0"/>
      </a:spcAft>
      <a:defRPr kumimoji="1" sz="1200" kern="1200">
        <a:solidFill>
          <a:schemeClr val="tx1"/>
        </a:solidFill>
        <a:latin typeface="Times New Roman" pitchFamily="18" charset="0"/>
        <a:ea typeface="+mn-ea"/>
        <a:cs typeface="Times New Roman" pitchFamily="18" charset="0"/>
      </a:defRPr>
    </a:lvl4pPr>
    <a:lvl5pPr marL="1828800" algn="l" rtl="0" fontAlgn="base">
      <a:spcBef>
        <a:spcPct val="30000"/>
      </a:spcBef>
      <a:spcAft>
        <a:spcPct val="0"/>
      </a:spcAft>
      <a:defRPr kumimoji="1" sz="1200" kern="1200">
        <a:solidFill>
          <a:schemeClr val="tx1"/>
        </a:solidFill>
        <a:latin typeface="Times New Roman" pitchFamily="18" charset="0"/>
        <a:ea typeface="+mn-ea"/>
        <a:cs typeface="Times New Roman"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82201F-29F6-49C9-9DE4-38016CBF7243}" type="slidenum">
              <a:rPr lang="en-US"/>
              <a:pPr/>
              <a:t>14</a:t>
            </a:fld>
            <a:endParaRPr lang="en-US"/>
          </a:p>
        </p:txBody>
      </p:sp>
      <p:sp>
        <p:nvSpPr>
          <p:cNvPr id="123906" name="Rectangle 2"/>
          <p:cNvSpPr>
            <a:spLocks noGrp="1" noRot="1" noChangeAspect="1" noChangeArrowheads="1" noTextEdit="1"/>
          </p:cNvSpPr>
          <p:nvPr>
            <p:ph type="sldImg"/>
          </p:nvPr>
        </p:nvSpPr>
        <p:spPr>
          <a:ln/>
        </p:spPr>
      </p:sp>
      <p:sp>
        <p:nvSpPr>
          <p:cNvPr id="123907" name="Rectangle 3"/>
          <p:cNvSpPr>
            <a:spLocks noGrp="1" noChangeArrowheads="1"/>
          </p:cNvSpPr>
          <p:nvPr>
            <p:ph type="body" idx="1"/>
          </p:nvPr>
        </p:nvSpPr>
        <p:spPr/>
        <p:txBody>
          <a:bodyPr/>
          <a:lstStyle/>
          <a:p>
            <a:r>
              <a:rPr lang="en-US"/>
              <a:t>A closed formula for </a:t>
            </a:r>
            <a:r>
              <a:rPr lang="en-US" i="1"/>
              <a:t>C</a:t>
            </a:r>
            <a:r>
              <a:rPr lang="en-US"/>
              <a:t>(</a:t>
            </a:r>
            <a:r>
              <a:rPr lang="en-US" i="1"/>
              <a:t>n,k</a:t>
            </a:r>
            <a:r>
              <a:rPr lang="en-US"/>
              <a:t>) is given by:</a:t>
            </a:r>
          </a:p>
          <a:p>
            <a:pPr algn="ctr"/>
            <a:r>
              <a:rPr lang="en-US" i="1"/>
              <a:t>C</a:t>
            </a:r>
            <a:r>
              <a:rPr lang="en-US"/>
              <a:t>(</a:t>
            </a:r>
            <a:r>
              <a:rPr lang="en-US" i="1"/>
              <a:t>n,k</a:t>
            </a:r>
            <a:r>
              <a:rPr lang="en-US"/>
              <a:t>) = </a:t>
            </a:r>
            <a:r>
              <a:rPr lang="en-US" i="1"/>
              <a:t>n</a:t>
            </a:r>
            <a:r>
              <a:rPr lang="en-US"/>
              <a:t>!/( </a:t>
            </a:r>
            <a:r>
              <a:rPr lang="en-US" i="1"/>
              <a:t>k</a:t>
            </a:r>
            <a:r>
              <a:rPr lang="en-US"/>
              <a:t>! (</a:t>
            </a:r>
            <a:r>
              <a:rPr lang="en-US" i="1"/>
              <a:t>n-k</a:t>
            </a:r>
            <a:r>
              <a:rPr lang="en-US"/>
              <a:t>)!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96B990-B118-405F-B001-A31C06B0114E}" type="slidenum">
              <a:rPr lang="en-US"/>
              <a:pPr/>
              <a:t>32</a:t>
            </a:fld>
            <a:endParaRPr lang="en-US"/>
          </a:p>
        </p:txBody>
      </p:sp>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p:txBody>
          <a:bodyPr/>
          <a:lstStyle/>
          <a:p>
            <a:r>
              <a:rPr lang="en-US" sz="1400" b="1"/>
              <a:t>n&lt;=0 </a:t>
            </a:r>
            <a:r>
              <a:rPr lang="en-US" sz="1400"/>
              <a:t>is used instead of </a:t>
            </a:r>
            <a:r>
              <a:rPr lang="en-US" sz="1400" b="1"/>
              <a:t>n==0 </a:t>
            </a:r>
            <a:r>
              <a:rPr lang="en-US" sz="1400"/>
              <a:t>because Java’s long is signed, and we don’t want the program to crash or enter an infinite loop for negative numbers.  Exceptions handling would be more appropriate here, but this is well beyond the scope of 3203.</a:t>
            </a:r>
            <a:endParaRPr lang="en-US" sz="1400" b="1"/>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AA538C-00B5-41A0-B93C-44B4AB1B168F}" type="slidenum">
              <a:rPr lang="en-US"/>
              <a:pPr/>
              <a:t>46</a:t>
            </a:fld>
            <a:endParaRPr lang="en-US"/>
          </a:p>
        </p:txBody>
      </p:sp>
      <p:sp>
        <p:nvSpPr>
          <p:cNvPr id="143362" name="Rectangle 2"/>
          <p:cNvSpPr>
            <a:spLocks noGrp="1" noRot="1" noChangeAspect="1" noChangeArrowheads="1" noTextEdit="1"/>
          </p:cNvSpPr>
          <p:nvPr>
            <p:ph type="sldImg"/>
          </p:nvPr>
        </p:nvSpPr>
        <p:spPr>
          <a:ln/>
        </p:spPr>
      </p:sp>
      <p:sp>
        <p:nvSpPr>
          <p:cNvPr id="143363" name="Rectangle 3"/>
          <p:cNvSpPr>
            <a:spLocks noGrp="1" noChangeArrowheads="1"/>
          </p:cNvSpPr>
          <p:nvPr>
            <p:ph type="body" idx="1"/>
          </p:nvPr>
        </p:nvSpPr>
        <p:spPr/>
        <p:txBody>
          <a:bodyPr/>
          <a:lstStyle/>
          <a:p>
            <a:r>
              <a:rPr lang="en-US"/>
              <a:t>Here we assume that the ranges are mutually disjoint and cover all possible input values.  Strictly speaking, this code will not compile in Java because there is no default return value.  This is fixed by changing the last clause:</a:t>
            </a:r>
          </a:p>
          <a:p>
            <a:r>
              <a:rPr lang="en-US" sz="1000"/>
              <a:t>“if (</a:t>
            </a:r>
            <a:r>
              <a:rPr lang="en-US" sz="1000" i="1"/>
              <a:t>n </a:t>
            </a:r>
            <a:r>
              <a:rPr lang="en-US" sz="1000"/>
              <a:t>in range</a:t>
            </a:r>
            <a:r>
              <a:rPr lang="en-US" sz="1000" i="1" baseline="-25000"/>
              <a:t>k</a:t>
            </a:r>
            <a:r>
              <a:rPr lang="en-US" sz="1000"/>
              <a:t>)</a:t>
            </a:r>
          </a:p>
          <a:p>
            <a:r>
              <a:rPr lang="en-US" sz="1000"/>
              <a:t>return output</a:t>
            </a:r>
            <a:r>
              <a:rPr lang="en-US" sz="1000" i="1" baseline="-25000"/>
              <a:t>k </a:t>
            </a:r>
            <a:r>
              <a:rPr lang="en-US" sz="1000"/>
              <a:t>”</a:t>
            </a:r>
            <a:endParaRPr lang="en-US" sz="1000" i="1" baseline="-25000"/>
          </a:p>
          <a:p>
            <a:r>
              <a:rPr lang="en-US" sz="1000"/>
              <a:t>to a simple return statement which removes the conditional:</a:t>
            </a:r>
          </a:p>
          <a:p>
            <a:r>
              <a:rPr lang="en-US" sz="1000"/>
              <a:t>“return output</a:t>
            </a:r>
            <a:r>
              <a:rPr lang="en-US" sz="1000" i="1" baseline="-25000"/>
              <a:t>k </a:t>
            </a:r>
            <a:r>
              <a:rPr lang="en-US" sz="1000"/>
              <a:t>”</a:t>
            </a:r>
            <a:endParaRPr lang="en-US" sz="1000" i="1" baseline="-25000"/>
          </a:p>
          <a:p>
            <a:endParaRPr lang="en-US" sz="1000" baseline="-25000"/>
          </a:p>
          <a:p>
            <a:endParaRPr lang="en-US"/>
          </a:p>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6221" name="Group 77"/>
          <p:cNvGrpSpPr>
            <a:grpSpLocks/>
          </p:cNvGrpSpPr>
          <p:nvPr/>
        </p:nvGrpSpPr>
        <p:grpSpPr bwMode="auto">
          <a:xfrm>
            <a:off x="0" y="0"/>
            <a:ext cx="9144000" cy="6858000"/>
            <a:chOff x="0" y="0"/>
            <a:chExt cx="5760" cy="4320"/>
          </a:xfrm>
        </p:grpSpPr>
        <p:grpSp>
          <p:nvGrpSpPr>
            <p:cNvPr id="6146" name="Group 2"/>
            <p:cNvGrpSpPr>
              <a:grpSpLocks/>
            </p:cNvGrpSpPr>
            <p:nvPr/>
          </p:nvGrpSpPr>
          <p:grpSpPr bwMode="auto">
            <a:xfrm>
              <a:off x="0" y="0"/>
              <a:ext cx="5760" cy="4320"/>
              <a:chOff x="0" y="0"/>
              <a:chExt cx="5760" cy="4320"/>
            </a:xfrm>
          </p:grpSpPr>
          <p:sp>
            <p:nvSpPr>
              <p:cNvPr id="6147" name="Rectangle 3"/>
              <p:cNvSpPr>
                <a:spLocks noChangeArrowheads="1"/>
              </p:cNvSpPr>
              <p:nvPr/>
            </p:nvSpPr>
            <p:spPr bwMode="ltGray">
              <a:xfrm>
                <a:off x="2112" y="0"/>
                <a:ext cx="3648" cy="96"/>
              </a:xfrm>
              <a:prstGeom prst="rect">
                <a:avLst/>
              </a:prstGeom>
              <a:solidFill>
                <a:schemeClr val="folHlink"/>
              </a:solidFill>
              <a:ln w="9525">
                <a:noFill/>
                <a:miter lim="800000"/>
                <a:headEnd/>
                <a:tailEnd/>
              </a:ln>
              <a:effectLst/>
            </p:spPr>
            <p:txBody>
              <a:bodyPr wrap="none" anchor="ctr"/>
              <a:lstStyle/>
              <a:p>
                <a:endParaRPr lang="fr-FR"/>
              </a:p>
            </p:txBody>
          </p:sp>
          <p:grpSp>
            <p:nvGrpSpPr>
              <p:cNvPr id="6148" name="Group 4"/>
              <p:cNvGrpSpPr>
                <a:grpSpLocks/>
              </p:cNvGrpSpPr>
              <p:nvPr userDrawn="1"/>
            </p:nvGrpSpPr>
            <p:grpSpPr bwMode="auto">
              <a:xfrm>
                <a:off x="0" y="0"/>
                <a:ext cx="5760" cy="4320"/>
                <a:chOff x="0" y="0"/>
                <a:chExt cx="5760" cy="4320"/>
              </a:xfrm>
            </p:grpSpPr>
            <p:sp>
              <p:nvSpPr>
                <p:cNvPr id="6149" name="Line 5"/>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0" name="Line 6"/>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1" name="Line 7"/>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2" name="Line 8"/>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3" name="Line 9"/>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4" name="Line 10"/>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5" name="Line 11"/>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6" name="Line 12"/>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7" name="Line 13"/>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8" name="Line 14"/>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59" name="Line 15"/>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0" name="Line 16"/>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1" name="Line 17"/>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2" name="Line 18"/>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3" name="Line 19"/>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4" name="Line 20"/>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5" name="Line 21"/>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6" name="Line 22"/>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7" name="Line 23"/>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8" name="Line 24"/>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69" name="Line 25"/>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0" name="Line 26"/>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1" name="Line 27"/>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2" name="Line 28"/>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3" name="Line 29"/>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4" name="Line 30"/>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5" name="Line 31"/>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6" name="Line 32"/>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7" name="Line 33"/>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8" name="Line 34"/>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79" name="Line 35"/>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0" name="Line 36"/>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1" name="Line 37"/>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2" name="Line 38"/>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3" name="Line 39"/>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4" name="Line 40"/>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5" name="Line 41"/>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6" name="Line 42"/>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7" name="Line 43"/>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8" name="Line 44"/>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89" name="Line 45"/>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0" name="Line 46"/>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1" name="Line 47"/>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2" name="Line 48"/>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3" name="Line 49"/>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4" name="Line 50"/>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5" name="Line 51"/>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6" name="Line 52"/>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7" name="Line 53"/>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8" name="Line 54"/>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6199" name="Line 55"/>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grpSp>
          <p:sp>
            <p:nvSpPr>
              <p:cNvPr id="6200" name="Line 56"/>
              <p:cNvSpPr>
                <a:spLocks noChangeShapeType="1"/>
              </p:cNvSpPr>
              <p:nvPr/>
            </p:nvSpPr>
            <p:spPr bwMode="ltGray">
              <a:xfrm>
                <a:off x="5568" y="0"/>
                <a:ext cx="0" cy="1488"/>
              </a:xfrm>
              <a:prstGeom prst="line">
                <a:avLst/>
              </a:prstGeom>
              <a:noFill/>
              <a:ln w="9525">
                <a:solidFill>
                  <a:schemeClr val="hlink"/>
                </a:solidFill>
                <a:round/>
                <a:headEnd/>
                <a:tailEnd/>
              </a:ln>
              <a:effectLst/>
            </p:spPr>
            <p:txBody>
              <a:bodyPr wrap="none" anchor="ctr"/>
              <a:lstStyle/>
              <a:p>
                <a:endParaRPr lang="fr-FR"/>
              </a:p>
            </p:txBody>
          </p:sp>
        </p:grpSp>
        <p:grpSp>
          <p:nvGrpSpPr>
            <p:cNvPr id="6220" name="Group 76"/>
            <p:cNvGrpSpPr>
              <a:grpSpLocks/>
            </p:cNvGrpSpPr>
            <p:nvPr userDrawn="1"/>
          </p:nvGrpSpPr>
          <p:grpSpPr bwMode="auto">
            <a:xfrm>
              <a:off x="3" y="559"/>
              <a:ext cx="4192" cy="1796"/>
              <a:chOff x="3" y="559"/>
              <a:chExt cx="4192" cy="1796"/>
            </a:xfrm>
          </p:grpSpPr>
          <p:sp>
            <p:nvSpPr>
              <p:cNvPr id="6209" name="Line 65"/>
              <p:cNvSpPr>
                <a:spLocks noChangeShapeType="1"/>
              </p:cNvSpPr>
              <p:nvPr/>
            </p:nvSpPr>
            <p:spPr bwMode="ltGray">
              <a:xfrm>
                <a:off x="506" y="559"/>
                <a:ext cx="0" cy="1796"/>
              </a:xfrm>
              <a:prstGeom prst="line">
                <a:avLst/>
              </a:prstGeom>
              <a:noFill/>
              <a:ln w="9525">
                <a:solidFill>
                  <a:schemeClr val="hlink"/>
                </a:solidFill>
                <a:round/>
                <a:headEnd/>
                <a:tailEnd/>
              </a:ln>
              <a:effectLst/>
            </p:spPr>
            <p:txBody>
              <a:bodyPr wrap="none" anchor="ctr"/>
              <a:lstStyle/>
              <a:p>
                <a:endParaRPr lang="fr-FR"/>
              </a:p>
            </p:txBody>
          </p:sp>
          <p:sp>
            <p:nvSpPr>
              <p:cNvPr id="6207" name="Line 63"/>
              <p:cNvSpPr>
                <a:spLocks noChangeShapeType="1"/>
              </p:cNvSpPr>
              <p:nvPr/>
            </p:nvSpPr>
            <p:spPr bwMode="ltGray">
              <a:xfrm flipH="1" flipV="1">
                <a:off x="3" y="1924"/>
                <a:ext cx="3211" cy="1"/>
              </a:xfrm>
              <a:prstGeom prst="line">
                <a:avLst/>
              </a:prstGeom>
              <a:noFill/>
              <a:ln w="9525">
                <a:solidFill>
                  <a:schemeClr val="hlink"/>
                </a:solidFill>
                <a:round/>
                <a:headEnd/>
                <a:tailEnd/>
              </a:ln>
              <a:effectLst/>
            </p:spPr>
            <p:txBody>
              <a:bodyPr wrap="none" anchor="ctr"/>
              <a:lstStyle/>
              <a:p>
                <a:endParaRPr lang="fr-FR"/>
              </a:p>
            </p:txBody>
          </p:sp>
          <p:sp>
            <p:nvSpPr>
              <p:cNvPr id="6208" name="Line 64"/>
              <p:cNvSpPr>
                <a:spLocks noChangeShapeType="1"/>
              </p:cNvSpPr>
              <p:nvPr/>
            </p:nvSpPr>
            <p:spPr bwMode="ltGray">
              <a:xfrm flipH="1" flipV="1">
                <a:off x="384" y="938"/>
                <a:ext cx="3811" cy="1"/>
              </a:xfrm>
              <a:prstGeom prst="line">
                <a:avLst/>
              </a:prstGeom>
              <a:noFill/>
              <a:ln w="9525">
                <a:solidFill>
                  <a:schemeClr val="hlink"/>
                </a:solidFill>
                <a:round/>
                <a:headEnd/>
                <a:tailEnd/>
              </a:ln>
              <a:effectLst/>
            </p:spPr>
            <p:txBody>
              <a:bodyPr wrap="none" anchor="ctr"/>
              <a:lstStyle/>
              <a:p>
                <a:endParaRPr lang="fr-FR"/>
              </a:p>
            </p:txBody>
          </p:sp>
          <p:sp>
            <p:nvSpPr>
              <p:cNvPr id="6210" name="Arc 66"/>
              <p:cNvSpPr>
                <a:spLocks/>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endParaRPr lang="fr-FR"/>
              </a:p>
            </p:txBody>
          </p:sp>
        </p:grpSp>
        <p:grpSp>
          <p:nvGrpSpPr>
            <p:cNvPr id="6219" name="Group 75"/>
            <p:cNvGrpSpPr>
              <a:grpSpLocks/>
            </p:cNvGrpSpPr>
            <p:nvPr userDrawn="1"/>
          </p:nvGrpSpPr>
          <p:grpSpPr bwMode="auto">
            <a:xfrm>
              <a:off x="1480" y="1952"/>
              <a:ext cx="3808" cy="1812"/>
              <a:chOff x="1480" y="1952"/>
              <a:chExt cx="3808" cy="1812"/>
            </a:xfrm>
          </p:grpSpPr>
          <p:sp>
            <p:nvSpPr>
              <p:cNvPr id="6211" name="Line 67"/>
              <p:cNvSpPr>
                <a:spLocks noChangeShapeType="1"/>
              </p:cNvSpPr>
              <p:nvPr/>
            </p:nvSpPr>
            <p:spPr bwMode="ltGray">
              <a:xfrm flipV="1">
                <a:off x="1480" y="3442"/>
                <a:ext cx="3808" cy="0"/>
              </a:xfrm>
              <a:prstGeom prst="line">
                <a:avLst/>
              </a:prstGeom>
              <a:noFill/>
              <a:ln w="9525">
                <a:solidFill>
                  <a:schemeClr val="hlink"/>
                </a:solidFill>
                <a:round/>
                <a:headEnd/>
                <a:tailEnd/>
              </a:ln>
              <a:effectLst/>
            </p:spPr>
            <p:txBody>
              <a:bodyPr wrap="none" anchor="ctr"/>
              <a:lstStyle/>
              <a:p>
                <a:endParaRPr lang="fr-FR"/>
              </a:p>
            </p:txBody>
          </p:sp>
          <p:sp>
            <p:nvSpPr>
              <p:cNvPr id="6212" name="Line 68"/>
              <p:cNvSpPr>
                <a:spLocks noChangeShapeType="1"/>
              </p:cNvSpPr>
              <p:nvPr/>
            </p:nvSpPr>
            <p:spPr bwMode="ltGray">
              <a:xfrm flipH="1">
                <a:off x="5172" y="1952"/>
                <a:ext cx="0" cy="1812"/>
              </a:xfrm>
              <a:prstGeom prst="line">
                <a:avLst/>
              </a:prstGeom>
              <a:noFill/>
              <a:ln w="9525">
                <a:solidFill>
                  <a:schemeClr val="hlink"/>
                </a:solidFill>
                <a:round/>
                <a:headEnd/>
                <a:tailEnd/>
              </a:ln>
              <a:effectLst/>
            </p:spPr>
            <p:txBody>
              <a:bodyPr wrap="none" anchor="ctr"/>
              <a:lstStyle/>
              <a:p>
                <a:endParaRPr lang="fr-FR"/>
              </a:p>
            </p:txBody>
          </p:sp>
          <p:sp>
            <p:nvSpPr>
              <p:cNvPr id="6213" name="Arc 69"/>
              <p:cNvSpPr>
                <a:spLocks/>
              </p:cNvSpPr>
              <p:nvPr/>
            </p:nvSpPr>
            <p:spPr bwMode="ltGray">
              <a:xfrm rot="5400000">
                <a:off x="5097" y="3346"/>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endParaRPr lang="fr-FR"/>
              </a:p>
            </p:txBody>
          </p:sp>
        </p:grpSp>
      </p:grpSp>
      <p:sp>
        <p:nvSpPr>
          <p:cNvPr id="6201" name="Rectangle 57"/>
          <p:cNvSpPr>
            <a:spLocks noGrp="1" noChangeArrowheads="1"/>
          </p:cNvSpPr>
          <p:nvPr>
            <p:ph type="ctrTitle"/>
          </p:nvPr>
        </p:nvSpPr>
        <p:spPr>
          <a:xfrm>
            <a:off x="990600" y="1752600"/>
            <a:ext cx="7772400" cy="1143000"/>
          </a:xfrm>
        </p:spPr>
        <p:txBody>
          <a:bodyPr/>
          <a:lstStyle>
            <a:lvl1pPr>
              <a:defRPr/>
            </a:lvl1pPr>
          </a:lstStyle>
          <a:p>
            <a:r>
              <a:rPr lang="en-US"/>
              <a:t>Click to edit Master title style</a:t>
            </a:r>
          </a:p>
        </p:txBody>
      </p:sp>
      <p:sp>
        <p:nvSpPr>
          <p:cNvPr id="6202" name="Rectangle 58" descr="Rectangle: Click to edit Master text styles&#10;Second level&#10;Third level&#10;Fourth level&#10;Fifth level"/>
          <p:cNvSpPr>
            <a:spLocks noGrp="1" noChangeArrowheads="1"/>
          </p:cNvSpPr>
          <p:nvPr>
            <p:ph type="subTitle" idx="1"/>
          </p:nvPr>
        </p:nvSpPr>
        <p:spPr>
          <a:xfrm>
            <a:off x="990600" y="3309938"/>
            <a:ext cx="6400800" cy="1752600"/>
          </a:xfrm>
        </p:spPr>
        <p:txBody>
          <a:bodyPr/>
          <a:lstStyle>
            <a:lvl1pPr marL="0" indent="0">
              <a:buFont typeface="Wingdings" pitchFamily="2" charset="2"/>
              <a:buNone/>
              <a:defRPr/>
            </a:lvl1pPr>
          </a:lstStyle>
          <a:p>
            <a:r>
              <a:rPr lang="en-US"/>
              <a:t>Click to edit Master subtitle style</a:t>
            </a:r>
          </a:p>
        </p:txBody>
      </p:sp>
      <p:sp>
        <p:nvSpPr>
          <p:cNvPr id="6215" name="Rectangle 71"/>
          <p:cNvSpPr>
            <a:spLocks noGrp="1" noChangeArrowheads="1"/>
          </p:cNvSpPr>
          <p:nvPr>
            <p:ph type="dt" sz="quarter" idx="2"/>
          </p:nvPr>
        </p:nvSpPr>
        <p:spPr/>
        <p:txBody>
          <a:bodyPr/>
          <a:lstStyle>
            <a:lvl1pPr>
              <a:defRPr/>
            </a:lvl1pPr>
          </a:lstStyle>
          <a:p>
            <a:r>
              <a:rPr lang="en-US"/>
              <a:t>L16</a:t>
            </a:r>
          </a:p>
        </p:txBody>
      </p:sp>
      <p:sp>
        <p:nvSpPr>
          <p:cNvPr id="6216" name="Rectangle 72"/>
          <p:cNvSpPr>
            <a:spLocks noGrp="1" noChangeArrowheads="1"/>
          </p:cNvSpPr>
          <p:nvPr>
            <p:ph type="ftr" sz="quarter" idx="3"/>
          </p:nvPr>
        </p:nvSpPr>
        <p:spPr/>
        <p:txBody>
          <a:bodyPr/>
          <a:lstStyle>
            <a:lvl1pPr>
              <a:defRPr/>
            </a:lvl1pPr>
          </a:lstStyle>
          <a:p>
            <a:r>
              <a:rPr lang="en-US"/>
              <a:t>Copyright © Zeph Grunschlag, 2001-2002.</a:t>
            </a:r>
          </a:p>
        </p:txBody>
      </p:sp>
      <p:sp>
        <p:nvSpPr>
          <p:cNvPr id="6217" name="Rectangle 73"/>
          <p:cNvSpPr>
            <a:spLocks noGrp="1" noChangeArrowheads="1"/>
          </p:cNvSpPr>
          <p:nvPr>
            <p:ph type="sldNum" sz="quarter" idx="4"/>
          </p:nvPr>
        </p:nvSpPr>
        <p:spPr/>
        <p:txBody>
          <a:bodyPr/>
          <a:lstStyle>
            <a:lvl1pPr>
              <a:defRPr/>
            </a:lvl1pPr>
          </a:lstStyle>
          <a:p>
            <a:fld id="{2BED4334-46BB-4230-BCE8-DDC1EEDED739}"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r>
              <a:rPr lang="en-US"/>
              <a:t>L16</a:t>
            </a:r>
          </a:p>
        </p:txBody>
      </p:sp>
      <p:sp>
        <p:nvSpPr>
          <p:cNvPr id="5" name="Espace réservé du pied de page 4"/>
          <p:cNvSpPr>
            <a:spLocks noGrp="1"/>
          </p:cNvSpPr>
          <p:nvPr>
            <p:ph type="ftr" sz="quarter" idx="11"/>
          </p:nvPr>
        </p:nvSpPr>
        <p:spPr/>
        <p:txBody>
          <a:bodyPr/>
          <a:lstStyle>
            <a:lvl1pPr>
              <a:defRPr/>
            </a:lvl1pPr>
          </a:lstStyle>
          <a:p>
            <a:r>
              <a:rPr lang="en-US"/>
              <a:t>Copyright © Zeph Grunschlag, 2001-2002.</a:t>
            </a:r>
          </a:p>
        </p:txBody>
      </p:sp>
      <p:sp>
        <p:nvSpPr>
          <p:cNvPr id="6" name="Espace réservé du numéro de diapositive 5"/>
          <p:cNvSpPr>
            <a:spLocks noGrp="1"/>
          </p:cNvSpPr>
          <p:nvPr>
            <p:ph type="sldNum" sz="quarter" idx="12"/>
          </p:nvPr>
        </p:nvSpPr>
        <p:spPr/>
        <p:txBody>
          <a:bodyPr/>
          <a:lstStyle>
            <a:lvl1pPr>
              <a:defRPr/>
            </a:lvl1pPr>
          </a:lstStyle>
          <a:p>
            <a:fld id="{DA00E275-2113-46E3-A7DF-B51A65DFE7FA}"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lvl1pPr>
              <a:defRPr/>
            </a:lvl1pPr>
          </a:lstStyle>
          <a:p>
            <a:r>
              <a:rPr lang="en-US"/>
              <a:t>L16</a:t>
            </a:r>
          </a:p>
        </p:txBody>
      </p:sp>
      <p:sp>
        <p:nvSpPr>
          <p:cNvPr id="5" name="Espace réservé du pied de page 4"/>
          <p:cNvSpPr>
            <a:spLocks noGrp="1"/>
          </p:cNvSpPr>
          <p:nvPr>
            <p:ph type="ftr" sz="quarter" idx="11"/>
          </p:nvPr>
        </p:nvSpPr>
        <p:spPr/>
        <p:txBody>
          <a:bodyPr/>
          <a:lstStyle>
            <a:lvl1pPr>
              <a:defRPr/>
            </a:lvl1pPr>
          </a:lstStyle>
          <a:p>
            <a:r>
              <a:rPr lang="en-US"/>
              <a:t>Copyright © Zeph Grunschlag, 2001-2002.</a:t>
            </a:r>
          </a:p>
        </p:txBody>
      </p:sp>
      <p:sp>
        <p:nvSpPr>
          <p:cNvPr id="6" name="Espace réservé du numéro de diapositive 5"/>
          <p:cNvSpPr>
            <a:spLocks noGrp="1"/>
          </p:cNvSpPr>
          <p:nvPr>
            <p:ph type="sldNum" sz="quarter" idx="12"/>
          </p:nvPr>
        </p:nvSpPr>
        <p:spPr/>
        <p:txBody>
          <a:bodyPr/>
          <a:lstStyle>
            <a:lvl1pPr>
              <a:defRPr/>
            </a:lvl1pPr>
          </a:lstStyle>
          <a:p>
            <a:fld id="{A3B9424C-17E4-4891-8EC8-0F7A0DA0C875}"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8382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8006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lvl1pPr>
              <a:defRPr/>
            </a:lvl1pPr>
          </a:lstStyle>
          <a:p>
            <a:r>
              <a:rPr lang="en-US"/>
              <a:t>L16</a:t>
            </a:r>
          </a:p>
        </p:txBody>
      </p:sp>
      <p:sp>
        <p:nvSpPr>
          <p:cNvPr id="6" name="Espace réservé du pied de page 5"/>
          <p:cNvSpPr>
            <a:spLocks noGrp="1"/>
          </p:cNvSpPr>
          <p:nvPr>
            <p:ph type="ftr" sz="quarter" idx="11"/>
          </p:nvPr>
        </p:nvSpPr>
        <p:spPr/>
        <p:txBody>
          <a:bodyPr/>
          <a:lstStyle>
            <a:lvl1pPr>
              <a:defRPr/>
            </a:lvl1pPr>
          </a:lstStyle>
          <a:p>
            <a:r>
              <a:rPr lang="en-US"/>
              <a:t>Copyright © Zeph Grunschlag, 2001-2002.</a:t>
            </a:r>
          </a:p>
        </p:txBody>
      </p:sp>
      <p:sp>
        <p:nvSpPr>
          <p:cNvPr id="7" name="Espace réservé du numéro de diapositive 6"/>
          <p:cNvSpPr>
            <a:spLocks noGrp="1"/>
          </p:cNvSpPr>
          <p:nvPr>
            <p:ph type="sldNum" sz="quarter" idx="12"/>
          </p:nvPr>
        </p:nvSpPr>
        <p:spPr/>
        <p:txBody>
          <a:bodyPr/>
          <a:lstStyle>
            <a:lvl1pPr>
              <a:defRPr/>
            </a:lvl1pPr>
          </a:lstStyle>
          <a:p>
            <a:fld id="{F1C5A7E2-D816-4557-B37C-960FB42FC343}"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lvl1pPr>
              <a:defRPr/>
            </a:lvl1pPr>
          </a:lstStyle>
          <a:p>
            <a:r>
              <a:rPr lang="en-US"/>
              <a:t>L16</a:t>
            </a:r>
          </a:p>
        </p:txBody>
      </p:sp>
      <p:sp>
        <p:nvSpPr>
          <p:cNvPr id="8" name="Espace réservé du pied de page 7"/>
          <p:cNvSpPr>
            <a:spLocks noGrp="1"/>
          </p:cNvSpPr>
          <p:nvPr>
            <p:ph type="ftr" sz="quarter" idx="11"/>
          </p:nvPr>
        </p:nvSpPr>
        <p:spPr/>
        <p:txBody>
          <a:bodyPr/>
          <a:lstStyle>
            <a:lvl1pPr>
              <a:defRPr/>
            </a:lvl1pPr>
          </a:lstStyle>
          <a:p>
            <a:r>
              <a:rPr lang="en-US"/>
              <a:t>Copyright © Zeph Grunschlag, 2001-2002.</a:t>
            </a:r>
          </a:p>
        </p:txBody>
      </p:sp>
      <p:sp>
        <p:nvSpPr>
          <p:cNvPr id="9" name="Espace réservé du numéro de diapositive 8"/>
          <p:cNvSpPr>
            <a:spLocks noGrp="1"/>
          </p:cNvSpPr>
          <p:nvPr>
            <p:ph type="sldNum" sz="quarter" idx="12"/>
          </p:nvPr>
        </p:nvSpPr>
        <p:spPr/>
        <p:txBody>
          <a:bodyPr/>
          <a:lstStyle>
            <a:lvl1pPr>
              <a:defRPr/>
            </a:lvl1pPr>
          </a:lstStyle>
          <a:p>
            <a:fld id="{0182A414-E7E2-443B-9FDA-2DC65D71BEF3}"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lvl1pPr>
              <a:defRPr/>
            </a:lvl1pPr>
          </a:lstStyle>
          <a:p>
            <a:r>
              <a:rPr lang="en-US"/>
              <a:t>L16</a:t>
            </a:r>
          </a:p>
        </p:txBody>
      </p:sp>
      <p:sp>
        <p:nvSpPr>
          <p:cNvPr id="4" name="Espace réservé du pied de page 3"/>
          <p:cNvSpPr>
            <a:spLocks noGrp="1"/>
          </p:cNvSpPr>
          <p:nvPr>
            <p:ph type="ftr" sz="quarter" idx="11"/>
          </p:nvPr>
        </p:nvSpPr>
        <p:spPr/>
        <p:txBody>
          <a:bodyPr/>
          <a:lstStyle>
            <a:lvl1pPr>
              <a:defRPr/>
            </a:lvl1pPr>
          </a:lstStyle>
          <a:p>
            <a:r>
              <a:rPr lang="en-US"/>
              <a:t>Copyright © Zeph Grunschlag, 2001-2002.</a:t>
            </a:r>
          </a:p>
        </p:txBody>
      </p:sp>
      <p:sp>
        <p:nvSpPr>
          <p:cNvPr id="5" name="Espace réservé du numéro de diapositive 4"/>
          <p:cNvSpPr>
            <a:spLocks noGrp="1"/>
          </p:cNvSpPr>
          <p:nvPr>
            <p:ph type="sldNum" sz="quarter" idx="12"/>
          </p:nvPr>
        </p:nvSpPr>
        <p:spPr/>
        <p:txBody>
          <a:bodyPr/>
          <a:lstStyle>
            <a:lvl1pPr>
              <a:defRPr/>
            </a:lvl1pPr>
          </a:lstStyle>
          <a:p>
            <a:fld id="{EEE0DBC2-AE60-4CEC-957F-117E9B478D2E}"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lvl1pPr>
              <a:defRPr/>
            </a:lvl1pPr>
          </a:lstStyle>
          <a:p>
            <a:r>
              <a:rPr lang="en-US"/>
              <a:t>L16</a:t>
            </a:r>
          </a:p>
        </p:txBody>
      </p:sp>
      <p:sp>
        <p:nvSpPr>
          <p:cNvPr id="3" name="Espace réservé du pied de page 2"/>
          <p:cNvSpPr>
            <a:spLocks noGrp="1"/>
          </p:cNvSpPr>
          <p:nvPr>
            <p:ph type="ftr" sz="quarter" idx="11"/>
          </p:nvPr>
        </p:nvSpPr>
        <p:spPr/>
        <p:txBody>
          <a:bodyPr/>
          <a:lstStyle>
            <a:lvl1pPr>
              <a:defRPr/>
            </a:lvl1pPr>
          </a:lstStyle>
          <a:p>
            <a:r>
              <a:rPr lang="en-US"/>
              <a:t>Copyright © Zeph Grunschlag, 2001-2002.</a:t>
            </a:r>
          </a:p>
        </p:txBody>
      </p:sp>
      <p:sp>
        <p:nvSpPr>
          <p:cNvPr id="4" name="Espace réservé du numéro de diapositive 3"/>
          <p:cNvSpPr>
            <a:spLocks noGrp="1"/>
          </p:cNvSpPr>
          <p:nvPr>
            <p:ph type="sldNum" sz="quarter" idx="12"/>
          </p:nvPr>
        </p:nvSpPr>
        <p:spPr/>
        <p:txBody>
          <a:bodyPr/>
          <a:lstStyle>
            <a:lvl1pPr>
              <a:defRPr/>
            </a:lvl1pPr>
          </a:lstStyle>
          <a:p>
            <a:fld id="{D0E6BF53-9C6F-463B-B866-37A333BE13CB}"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lvl1pPr>
              <a:defRPr/>
            </a:lvl1pPr>
          </a:lstStyle>
          <a:p>
            <a:r>
              <a:rPr lang="en-US"/>
              <a:t>L16</a:t>
            </a:r>
          </a:p>
        </p:txBody>
      </p:sp>
      <p:sp>
        <p:nvSpPr>
          <p:cNvPr id="6" name="Espace réservé du pied de page 5"/>
          <p:cNvSpPr>
            <a:spLocks noGrp="1"/>
          </p:cNvSpPr>
          <p:nvPr>
            <p:ph type="ftr" sz="quarter" idx="11"/>
          </p:nvPr>
        </p:nvSpPr>
        <p:spPr/>
        <p:txBody>
          <a:bodyPr/>
          <a:lstStyle>
            <a:lvl1pPr>
              <a:defRPr/>
            </a:lvl1pPr>
          </a:lstStyle>
          <a:p>
            <a:r>
              <a:rPr lang="en-US"/>
              <a:t>Copyright © Zeph Grunschlag, 2001-2002.</a:t>
            </a:r>
          </a:p>
        </p:txBody>
      </p:sp>
      <p:sp>
        <p:nvSpPr>
          <p:cNvPr id="7" name="Espace réservé du numéro de diapositive 6"/>
          <p:cNvSpPr>
            <a:spLocks noGrp="1"/>
          </p:cNvSpPr>
          <p:nvPr>
            <p:ph type="sldNum" sz="quarter" idx="12"/>
          </p:nvPr>
        </p:nvSpPr>
        <p:spPr/>
        <p:txBody>
          <a:bodyPr/>
          <a:lstStyle>
            <a:lvl1pPr>
              <a:defRPr/>
            </a:lvl1pPr>
          </a:lstStyle>
          <a:p>
            <a:fld id="{76C33E10-E64E-488C-A88F-A6615DD42E30}"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lvl1pPr>
              <a:defRPr/>
            </a:lvl1pPr>
          </a:lstStyle>
          <a:p>
            <a:r>
              <a:rPr lang="en-US"/>
              <a:t>L16</a:t>
            </a:r>
          </a:p>
        </p:txBody>
      </p:sp>
      <p:sp>
        <p:nvSpPr>
          <p:cNvPr id="6" name="Espace réservé du pied de page 5"/>
          <p:cNvSpPr>
            <a:spLocks noGrp="1"/>
          </p:cNvSpPr>
          <p:nvPr>
            <p:ph type="ftr" sz="quarter" idx="11"/>
          </p:nvPr>
        </p:nvSpPr>
        <p:spPr/>
        <p:txBody>
          <a:bodyPr/>
          <a:lstStyle>
            <a:lvl1pPr>
              <a:defRPr/>
            </a:lvl1pPr>
          </a:lstStyle>
          <a:p>
            <a:r>
              <a:rPr lang="en-US"/>
              <a:t>Copyright © Zeph Grunschlag, 2001-2002.</a:t>
            </a:r>
          </a:p>
        </p:txBody>
      </p:sp>
      <p:sp>
        <p:nvSpPr>
          <p:cNvPr id="7" name="Espace réservé du numéro de diapositive 6"/>
          <p:cNvSpPr>
            <a:spLocks noGrp="1"/>
          </p:cNvSpPr>
          <p:nvPr>
            <p:ph type="sldNum" sz="quarter" idx="12"/>
          </p:nvPr>
        </p:nvSpPr>
        <p:spPr/>
        <p:txBody>
          <a:bodyPr/>
          <a:lstStyle>
            <a:lvl1pPr>
              <a:defRPr/>
            </a:lvl1pPr>
          </a:lstStyle>
          <a:p>
            <a:fld id="{40348F8C-CFF0-46BE-85E2-84A049A0FB5E}"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r>
              <a:rPr lang="en-US"/>
              <a:t>L16</a:t>
            </a:r>
          </a:p>
        </p:txBody>
      </p:sp>
      <p:sp>
        <p:nvSpPr>
          <p:cNvPr id="5" name="Espace réservé du pied de page 4"/>
          <p:cNvSpPr>
            <a:spLocks noGrp="1"/>
          </p:cNvSpPr>
          <p:nvPr>
            <p:ph type="ftr" sz="quarter" idx="11"/>
          </p:nvPr>
        </p:nvSpPr>
        <p:spPr/>
        <p:txBody>
          <a:bodyPr/>
          <a:lstStyle>
            <a:lvl1pPr>
              <a:defRPr/>
            </a:lvl1pPr>
          </a:lstStyle>
          <a:p>
            <a:r>
              <a:rPr lang="en-US"/>
              <a:t>Copyright © Zeph Grunschlag, 2001-2002.</a:t>
            </a:r>
          </a:p>
        </p:txBody>
      </p:sp>
      <p:sp>
        <p:nvSpPr>
          <p:cNvPr id="6" name="Espace réservé du numéro de diapositive 5"/>
          <p:cNvSpPr>
            <a:spLocks noGrp="1"/>
          </p:cNvSpPr>
          <p:nvPr>
            <p:ph type="sldNum" sz="quarter" idx="12"/>
          </p:nvPr>
        </p:nvSpPr>
        <p:spPr/>
        <p:txBody>
          <a:bodyPr/>
          <a:lstStyle>
            <a:lvl1pPr>
              <a:defRPr/>
            </a:lvl1pPr>
          </a:lstStyle>
          <a:p>
            <a:fld id="{DEEB52EC-9CBB-451F-B55C-4F3E427DCD49}"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10350" y="304800"/>
            <a:ext cx="2000250" cy="57150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609600" y="304800"/>
            <a:ext cx="5848350" cy="57150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r>
              <a:rPr lang="en-US"/>
              <a:t>L16</a:t>
            </a:r>
          </a:p>
        </p:txBody>
      </p:sp>
      <p:sp>
        <p:nvSpPr>
          <p:cNvPr id="5" name="Espace réservé du pied de page 4"/>
          <p:cNvSpPr>
            <a:spLocks noGrp="1"/>
          </p:cNvSpPr>
          <p:nvPr>
            <p:ph type="ftr" sz="quarter" idx="11"/>
          </p:nvPr>
        </p:nvSpPr>
        <p:spPr/>
        <p:txBody>
          <a:bodyPr/>
          <a:lstStyle>
            <a:lvl1pPr>
              <a:defRPr/>
            </a:lvl1pPr>
          </a:lstStyle>
          <a:p>
            <a:r>
              <a:rPr lang="en-US"/>
              <a:t>Copyright © Zeph Grunschlag, 2001-2002.</a:t>
            </a:r>
          </a:p>
        </p:txBody>
      </p:sp>
      <p:sp>
        <p:nvSpPr>
          <p:cNvPr id="6" name="Espace réservé du numéro de diapositive 5"/>
          <p:cNvSpPr>
            <a:spLocks noGrp="1"/>
          </p:cNvSpPr>
          <p:nvPr>
            <p:ph type="sldNum" sz="quarter" idx="12"/>
          </p:nvPr>
        </p:nvSpPr>
        <p:spPr/>
        <p:txBody>
          <a:bodyPr/>
          <a:lstStyle>
            <a:lvl1pPr>
              <a:defRPr/>
            </a:lvl1pPr>
          </a:lstStyle>
          <a:p>
            <a:fld id="{D8FF4FAE-65D5-40E8-992E-14AADC53408E}"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9144000" cy="6858000"/>
            <a:chOff x="0" y="0"/>
            <a:chExt cx="5760" cy="4320"/>
          </a:xfrm>
        </p:grpSpPr>
        <p:grpSp>
          <p:nvGrpSpPr>
            <p:cNvPr id="1027" name="Group 3"/>
            <p:cNvGrpSpPr>
              <a:grpSpLocks/>
            </p:cNvGrpSpPr>
            <p:nvPr/>
          </p:nvGrpSpPr>
          <p:grpSpPr bwMode="auto">
            <a:xfrm>
              <a:off x="0" y="0"/>
              <a:ext cx="5760" cy="4320"/>
              <a:chOff x="0" y="0"/>
              <a:chExt cx="5760" cy="4320"/>
            </a:xfrm>
          </p:grpSpPr>
          <p:grpSp>
            <p:nvGrpSpPr>
              <p:cNvPr id="1028" name="Group 4"/>
              <p:cNvGrpSpPr>
                <a:grpSpLocks/>
              </p:cNvGrpSpPr>
              <p:nvPr/>
            </p:nvGrpSpPr>
            <p:grpSpPr bwMode="auto">
              <a:xfrm>
                <a:off x="0" y="192"/>
                <a:ext cx="5760" cy="4032"/>
                <a:chOff x="0" y="192"/>
                <a:chExt cx="5760" cy="4032"/>
              </a:xfrm>
            </p:grpSpPr>
            <p:sp>
              <p:nvSpPr>
                <p:cNvPr id="1029" name="Line 5"/>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0" name="Line 6"/>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1" name="Line 7"/>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2" name="Line 8"/>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3" name="Line 9"/>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4" name="Line 10"/>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5" name="Line 11"/>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6" name="Line 12"/>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7" name="Line 13"/>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8" name="Line 14"/>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39" name="Line 15"/>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0" name="Line 16"/>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1" name="Line 17"/>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2" name="Line 18"/>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3" name="Line 19"/>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4" name="Line 20"/>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5" name="Line 21"/>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6" name="Line 22"/>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7" name="Line 23"/>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8" name="Line 24"/>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49" name="Line 25"/>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50" name="Line 26"/>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grpSp>
          <p:grpSp>
            <p:nvGrpSpPr>
              <p:cNvPr id="1051" name="Group 27"/>
              <p:cNvGrpSpPr>
                <a:grpSpLocks/>
              </p:cNvGrpSpPr>
              <p:nvPr/>
            </p:nvGrpSpPr>
            <p:grpSpPr bwMode="auto">
              <a:xfrm>
                <a:off x="192" y="0"/>
                <a:ext cx="5376" cy="4320"/>
                <a:chOff x="192" y="0"/>
                <a:chExt cx="5376" cy="4320"/>
              </a:xfrm>
            </p:grpSpPr>
            <p:sp>
              <p:nvSpPr>
                <p:cNvPr id="1052"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53"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54"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55"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56"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57"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58"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59"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0"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1"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2"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3"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4"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5"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6"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7"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8"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69"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0"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1"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2"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3"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4"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5"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6"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7"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8"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79"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sp>
              <p:nvSpPr>
                <p:cNvPr id="1080"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fr-FR"/>
                </a:p>
              </p:txBody>
            </p:sp>
          </p:grpSp>
        </p:grpSp>
        <p:sp>
          <p:nvSpPr>
            <p:cNvPr id="1081" name="Rectangle 57" descr="60%"/>
            <p:cNvSpPr>
              <a:spLocks noChangeArrowheads="1"/>
            </p:cNvSpPr>
            <p:nvPr/>
          </p:nvSpPr>
          <p:spPr bwMode="ltGray">
            <a:xfrm>
              <a:off x="2112" y="0"/>
              <a:ext cx="3648" cy="96"/>
            </a:xfrm>
            <a:prstGeom prst="rect">
              <a:avLst/>
            </a:prstGeom>
            <a:pattFill prst="pct60">
              <a:fgClr>
                <a:schemeClr val="folHlink"/>
              </a:fgClr>
              <a:bgClr>
                <a:schemeClr val="bg1"/>
              </a:bgClr>
            </a:pattFill>
            <a:ln w="9525">
              <a:noFill/>
              <a:miter lim="800000"/>
              <a:headEnd/>
              <a:tailEnd/>
            </a:ln>
            <a:effectLst/>
          </p:spPr>
          <p:txBody>
            <a:bodyPr wrap="none" anchor="ctr"/>
            <a:lstStyle/>
            <a:p>
              <a:endParaRPr lang="fr-FR"/>
            </a:p>
          </p:txBody>
        </p:sp>
        <p:sp>
          <p:nvSpPr>
            <p:cNvPr id="1082" name="Line 58"/>
            <p:cNvSpPr>
              <a:spLocks noChangeShapeType="1"/>
            </p:cNvSpPr>
            <p:nvPr/>
          </p:nvSpPr>
          <p:spPr bwMode="ltGray">
            <a:xfrm>
              <a:off x="5568" y="0"/>
              <a:ext cx="0" cy="1488"/>
            </a:xfrm>
            <a:prstGeom prst="line">
              <a:avLst/>
            </a:prstGeom>
            <a:noFill/>
            <a:ln w="9525">
              <a:solidFill>
                <a:schemeClr val="hlink"/>
              </a:solidFill>
              <a:round/>
              <a:headEnd/>
              <a:tailEnd/>
            </a:ln>
            <a:effectLst/>
          </p:spPr>
          <p:txBody>
            <a:bodyPr wrap="none" anchor="ctr"/>
            <a:lstStyle/>
            <a:p>
              <a:endParaRPr lang="fr-FR"/>
            </a:p>
          </p:txBody>
        </p:sp>
        <p:grpSp>
          <p:nvGrpSpPr>
            <p:cNvPr id="1083" name="Group 59"/>
            <p:cNvGrpSpPr>
              <a:grpSpLocks/>
            </p:cNvGrpSpPr>
            <p:nvPr/>
          </p:nvGrpSpPr>
          <p:grpSpPr bwMode="auto">
            <a:xfrm>
              <a:off x="261" y="892"/>
              <a:ext cx="1124" cy="1464"/>
              <a:chOff x="96" y="916"/>
              <a:chExt cx="2208" cy="2876"/>
            </a:xfrm>
          </p:grpSpPr>
          <p:sp>
            <p:nvSpPr>
              <p:cNvPr id="1084" name="Line 60"/>
              <p:cNvSpPr>
                <a:spLocks noChangeShapeType="1"/>
              </p:cNvSpPr>
              <p:nvPr/>
            </p:nvSpPr>
            <p:spPr bwMode="ltGray">
              <a:xfrm flipH="1">
                <a:off x="96" y="1037"/>
                <a:ext cx="2208" cy="0"/>
              </a:xfrm>
              <a:prstGeom prst="line">
                <a:avLst/>
              </a:prstGeom>
              <a:noFill/>
              <a:ln w="9525">
                <a:solidFill>
                  <a:schemeClr val="hlink"/>
                </a:solidFill>
                <a:round/>
                <a:headEnd/>
                <a:tailEnd/>
              </a:ln>
              <a:effectLst/>
            </p:spPr>
            <p:txBody>
              <a:bodyPr wrap="none" anchor="ctr"/>
              <a:lstStyle/>
              <a:p>
                <a:endParaRPr lang="fr-FR"/>
              </a:p>
            </p:txBody>
          </p:sp>
          <p:sp>
            <p:nvSpPr>
              <p:cNvPr id="1085" name="Line 61"/>
              <p:cNvSpPr>
                <a:spLocks noChangeShapeType="1"/>
              </p:cNvSpPr>
              <p:nvPr/>
            </p:nvSpPr>
            <p:spPr bwMode="ltGray">
              <a:xfrm>
                <a:off x="336" y="920"/>
                <a:ext cx="0" cy="2872"/>
              </a:xfrm>
              <a:prstGeom prst="line">
                <a:avLst/>
              </a:prstGeom>
              <a:noFill/>
              <a:ln w="9525">
                <a:solidFill>
                  <a:schemeClr val="hlink"/>
                </a:solidFill>
                <a:round/>
                <a:headEnd/>
                <a:tailEnd/>
              </a:ln>
              <a:effectLst/>
            </p:spPr>
            <p:txBody>
              <a:bodyPr wrap="none" anchor="ctr"/>
              <a:lstStyle/>
              <a:p>
                <a:endParaRPr lang="fr-FR"/>
              </a:p>
            </p:txBody>
          </p:sp>
          <p:sp>
            <p:nvSpPr>
              <p:cNvPr id="1086" name="Arc 62"/>
              <p:cNvSpPr>
                <a:spLocks/>
              </p:cNvSpPr>
              <p:nvPr/>
            </p:nvSpPr>
            <p:spPr bwMode="ltGray">
              <a:xfrm flipH="1">
                <a:off x="217" y="916"/>
                <a:ext cx="239" cy="239"/>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endParaRPr lang="fr-FR"/>
              </a:p>
            </p:txBody>
          </p:sp>
        </p:grpSp>
      </p:grpSp>
      <p:sp>
        <p:nvSpPr>
          <p:cNvPr id="1087" name="Rectangle 63"/>
          <p:cNvSpPr>
            <a:spLocks noGrp="1" noChangeArrowheads="1"/>
          </p:cNvSpPr>
          <p:nvPr>
            <p:ph type="title"/>
          </p:nvPr>
        </p:nvSpPr>
        <p:spPr bwMode="auto">
          <a:xfrm>
            <a:off x="609600" y="304800"/>
            <a:ext cx="7772400" cy="1143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88" name="Rectangle 64" descr="Rectangle: Click to edit Master text styles&#10;Second level&#10;Third level&#10;Fourth level&#10;Fifth level"/>
          <p:cNvSpPr>
            <a:spLocks noGrp="1" noChangeArrowheads="1"/>
          </p:cNvSpPr>
          <p:nvPr>
            <p:ph type="body" idx="1"/>
          </p:nvPr>
        </p:nvSpPr>
        <p:spPr bwMode="auto">
          <a:xfrm>
            <a:off x="838200" y="19050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92" name="Rectangle 68"/>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vl1pPr>
          </a:lstStyle>
          <a:p>
            <a:r>
              <a:rPr lang="en-US"/>
              <a:t>L16</a:t>
            </a:r>
          </a:p>
        </p:txBody>
      </p:sp>
      <p:sp>
        <p:nvSpPr>
          <p:cNvPr id="1093" name="Rectangle 69"/>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vl1pPr>
          </a:lstStyle>
          <a:p>
            <a:r>
              <a:rPr lang="en-US"/>
              <a:t>Copyright © Zeph Grunschlag, 2001-2002.</a:t>
            </a:r>
          </a:p>
        </p:txBody>
      </p:sp>
      <p:sp>
        <p:nvSpPr>
          <p:cNvPr id="1094" name="Rectangle 70"/>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fld id="{1FD12EE6-8982-43CF-85D7-D660FD39B5AE}"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hdr="0" ftr="0"/>
  <p:txStyles>
    <p:title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chemeClr val="tx2"/>
          </a:solidFill>
          <a:latin typeface="Tahoma" pitchFamily="34" charset="0"/>
          <a:cs typeface="Times New Roman" pitchFamily="18" charset="0"/>
        </a:defRPr>
      </a:lvl2pPr>
      <a:lvl3pPr algn="l" rtl="0" fontAlgn="base">
        <a:spcBef>
          <a:spcPct val="0"/>
        </a:spcBef>
        <a:spcAft>
          <a:spcPct val="0"/>
        </a:spcAft>
        <a:defRPr sz="4400">
          <a:solidFill>
            <a:schemeClr val="tx2"/>
          </a:solidFill>
          <a:latin typeface="Tahoma" pitchFamily="34" charset="0"/>
          <a:cs typeface="Times New Roman" pitchFamily="18" charset="0"/>
        </a:defRPr>
      </a:lvl3pPr>
      <a:lvl4pPr algn="l" rtl="0" fontAlgn="base">
        <a:spcBef>
          <a:spcPct val="0"/>
        </a:spcBef>
        <a:spcAft>
          <a:spcPct val="0"/>
        </a:spcAft>
        <a:defRPr sz="4400">
          <a:solidFill>
            <a:schemeClr val="tx2"/>
          </a:solidFill>
          <a:latin typeface="Tahoma" pitchFamily="34" charset="0"/>
          <a:cs typeface="Times New Roman" pitchFamily="18" charset="0"/>
        </a:defRPr>
      </a:lvl4pPr>
      <a:lvl5pPr algn="l" rtl="0" fontAlgn="base">
        <a:spcBef>
          <a:spcPct val="0"/>
        </a:spcBef>
        <a:spcAft>
          <a:spcPct val="0"/>
        </a:spcAft>
        <a:defRPr sz="4400">
          <a:solidFill>
            <a:schemeClr val="tx2"/>
          </a:solidFill>
          <a:latin typeface="Tahoma" pitchFamily="34" charset="0"/>
          <a:cs typeface="Times New Roman" pitchFamily="18" charset="0"/>
        </a:defRPr>
      </a:lvl5pPr>
      <a:lvl6pPr marL="457200" algn="l" rtl="0" fontAlgn="base">
        <a:spcBef>
          <a:spcPct val="0"/>
        </a:spcBef>
        <a:spcAft>
          <a:spcPct val="0"/>
        </a:spcAft>
        <a:defRPr sz="4400">
          <a:solidFill>
            <a:schemeClr val="tx2"/>
          </a:solidFill>
          <a:latin typeface="Tahoma" pitchFamily="34" charset="0"/>
          <a:cs typeface="Times New Roman" pitchFamily="18" charset="0"/>
        </a:defRPr>
      </a:lvl6pPr>
      <a:lvl7pPr marL="914400" algn="l" rtl="0" fontAlgn="base">
        <a:spcBef>
          <a:spcPct val="0"/>
        </a:spcBef>
        <a:spcAft>
          <a:spcPct val="0"/>
        </a:spcAft>
        <a:defRPr sz="4400">
          <a:solidFill>
            <a:schemeClr val="tx2"/>
          </a:solidFill>
          <a:latin typeface="Tahoma" pitchFamily="34" charset="0"/>
          <a:cs typeface="Times New Roman" pitchFamily="18" charset="0"/>
        </a:defRPr>
      </a:lvl7pPr>
      <a:lvl8pPr marL="1371600" algn="l" rtl="0" fontAlgn="base">
        <a:spcBef>
          <a:spcPct val="0"/>
        </a:spcBef>
        <a:spcAft>
          <a:spcPct val="0"/>
        </a:spcAft>
        <a:defRPr sz="4400">
          <a:solidFill>
            <a:schemeClr val="tx2"/>
          </a:solidFill>
          <a:latin typeface="Tahoma" pitchFamily="34" charset="0"/>
          <a:cs typeface="Times New Roman" pitchFamily="18" charset="0"/>
        </a:defRPr>
      </a:lvl8pPr>
      <a:lvl9pPr marL="1828800" algn="l" rtl="0" fontAlgn="base">
        <a:spcBef>
          <a:spcPct val="0"/>
        </a:spcBef>
        <a:spcAft>
          <a:spcPct val="0"/>
        </a:spcAft>
        <a:defRPr sz="4400">
          <a:solidFill>
            <a:schemeClr val="tx2"/>
          </a:solidFill>
          <a:latin typeface="Tahoma" pitchFamily="34" charset="0"/>
          <a:cs typeface="Times New Roman" pitchFamily="18" charset="0"/>
        </a:defRPr>
      </a:lvl9pPr>
    </p:titleStyle>
    <p:bodyStyle>
      <a:lvl1pPr marL="342900" indent="-342900" algn="l" rtl="0" fontAlgn="base">
        <a:spcBef>
          <a:spcPct val="20000"/>
        </a:spcBef>
        <a:spcAft>
          <a:spcPct val="0"/>
        </a:spcAft>
        <a:buClr>
          <a:schemeClr val="hlink"/>
        </a:buClr>
        <a:buSzPct val="110000"/>
        <a:buFont typeface="Wingdings" pitchFamily="2" charset="2"/>
        <a:buBlip>
          <a:blip r:embed="rId13"/>
        </a:buBlip>
        <a:defRPr sz="3200">
          <a:solidFill>
            <a:schemeClr val="tx1"/>
          </a:solidFill>
          <a:latin typeface="+mn-lt"/>
          <a:ea typeface="+mn-ea"/>
          <a:cs typeface="+mn-cs"/>
        </a:defRPr>
      </a:lvl1pPr>
      <a:lvl2pPr marL="742950" indent="-285750" algn="l" rtl="0" fontAlgn="base">
        <a:spcBef>
          <a:spcPct val="20000"/>
        </a:spcBef>
        <a:spcAft>
          <a:spcPct val="0"/>
        </a:spcAft>
        <a:buClr>
          <a:schemeClr val="tx1"/>
        </a:buClr>
        <a:buSzPct val="60000"/>
        <a:buFont typeface="Wingdings" pitchFamily="2" charset="2"/>
        <a:buChar char="n"/>
        <a:defRPr sz="2800">
          <a:solidFill>
            <a:schemeClr val="tx1"/>
          </a:solidFill>
          <a:latin typeface="+mn-lt"/>
          <a:cs typeface="+mn-cs"/>
        </a:defRPr>
      </a:lvl2pPr>
      <a:lvl3pPr marL="1143000" indent="-228600" algn="l" rtl="0" fontAlgn="base">
        <a:spcBef>
          <a:spcPct val="20000"/>
        </a:spcBef>
        <a:spcAft>
          <a:spcPct val="0"/>
        </a:spcAft>
        <a:buClr>
          <a:schemeClr val="hlink"/>
        </a:buClr>
        <a:buSzPct val="95000"/>
        <a:buFont typeface="Wingdings" pitchFamily="2" charset="2"/>
        <a:buChar char="w"/>
        <a:defRPr sz="2400">
          <a:solidFill>
            <a:schemeClr val="tx1"/>
          </a:solidFill>
          <a:latin typeface="+mn-lt"/>
          <a:cs typeface="+mn-cs"/>
        </a:defRPr>
      </a:lvl3pPr>
      <a:lvl4pPr marL="1600200" indent="-228600" algn="l" rtl="0" fontAlgn="base">
        <a:spcBef>
          <a:spcPct val="20000"/>
        </a:spcBef>
        <a:spcAft>
          <a:spcPct val="0"/>
        </a:spcAft>
        <a:buClr>
          <a:schemeClr val="tx1"/>
        </a:buClr>
        <a:buSzPct val="65000"/>
        <a:buFont typeface="Wingdings" pitchFamily="2" charset="2"/>
        <a:buChar char="n"/>
        <a:defRPr sz="2000">
          <a:solidFill>
            <a:schemeClr val="tx1"/>
          </a:solidFill>
          <a:latin typeface="+mn-lt"/>
          <a:cs typeface="+mn-cs"/>
        </a:defRPr>
      </a:lvl4pPr>
      <a:lvl5pPr marL="20574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hlink"/>
        </a:buClr>
        <a:buSzPct val="60000"/>
        <a:buFont typeface="Wingdings" pitchFamily="2" charset="2"/>
        <a:buChar char="n"/>
        <a:defRPr sz="2000">
          <a:solidFill>
            <a:schemeClr val="tx1"/>
          </a:solidFill>
          <a:latin typeface="+mn-lt"/>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4.emf"/></Relationships>
</file>

<file path=ppt/slides/_rels/slide28.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6.emf"/><Relationship Id="rId5" Type="http://schemas.openxmlformats.org/officeDocument/2006/relationships/oleObject" Target="../embeddings/oleObject6.bin"/><Relationship Id="rId4" Type="http://schemas.openxmlformats.org/officeDocument/2006/relationships/image" Target="../media/image5.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9.emf"/><Relationship Id="rId5" Type="http://schemas.openxmlformats.org/officeDocument/2006/relationships/oleObject" Target="../embeddings/oleObject9.bin"/><Relationship Id="rId4" Type="http://schemas.openxmlformats.org/officeDocument/2006/relationships/image" Target="../media/image8.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0.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1.em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2.emf"/><Relationship Id="rId4" Type="http://schemas.openxmlformats.org/officeDocument/2006/relationships/oleObject" Target="../embeddings/oleObject12.bin"/></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14.emf"/><Relationship Id="rId4" Type="http://schemas.openxmlformats.org/officeDocument/2006/relationships/oleObject" Target="../embeddings/oleObject13.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ctrTitle"/>
          </p:nvPr>
        </p:nvSpPr>
        <p:spPr/>
        <p:txBody>
          <a:bodyPr/>
          <a:lstStyle/>
          <a:p>
            <a:r>
              <a:rPr lang="fr-FR"/>
              <a:t>Récursivité</a:t>
            </a:r>
          </a:p>
        </p:txBody>
      </p:sp>
      <p:sp>
        <p:nvSpPr>
          <p:cNvPr id="5" name="Sous-titre 4"/>
          <p:cNvSpPr>
            <a:spLocks noGrp="1"/>
          </p:cNvSpPr>
          <p:nvPr>
            <p:ph type="subTitle" idx="1"/>
          </p:nvPr>
        </p:nvSpPr>
        <p:spPr/>
        <p:txBody>
          <a:bodyPr/>
          <a:lstStyle/>
          <a:p>
            <a:r>
              <a:rPr lang="fr-FR"/>
              <a:t> </a:t>
            </a:r>
          </a:p>
        </p:txBody>
      </p:sp>
      <p:sp>
        <p:nvSpPr>
          <p:cNvPr id="2" name="TextBox 1">
            <a:extLst>
              <a:ext uri="{FF2B5EF4-FFF2-40B4-BE49-F238E27FC236}">
                <a16:creationId xmlns:a16="http://schemas.microsoft.com/office/drawing/2014/main" id="{159159F6-DDF5-46BB-B91E-76CAEB36E676}"/>
              </a:ext>
            </a:extLst>
          </p:cNvPr>
          <p:cNvSpPr txBox="1"/>
          <p:nvPr/>
        </p:nvSpPr>
        <p:spPr>
          <a:xfrm>
            <a:off x="3200400" y="3200400"/>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F5FACB95-8A61-4ACC-ADC2-52C03DFFAB3B}" type="slidenum">
              <a:rPr lang="en-US"/>
              <a:pPr/>
              <a:t>2</a:t>
            </a:fld>
            <a:endParaRPr lang="en-US"/>
          </a:p>
        </p:txBody>
      </p:sp>
      <p:sp>
        <p:nvSpPr>
          <p:cNvPr id="35842" name="Rectangle 2"/>
          <p:cNvSpPr>
            <a:spLocks noGrp="1" noChangeArrowheads="1"/>
          </p:cNvSpPr>
          <p:nvPr>
            <p:ph type="title"/>
          </p:nvPr>
        </p:nvSpPr>
        <p:spPr/>
        <p:txBody>
          <a:bodyPr/>
          <a:lstStyle/>
          <a:p>
            <a:pPr algn="ctr"/>
            <a:r>
              <a:rPr lang="fr-FR"/>
              <a:t>Ordre du jour</a:t>
            </a:r>
            <a:endParaRPr lang="en-US"/>
          </a:p>
        </p:txBody>
      </p:sp>
      <p:sp>
        <p:nvSpPr>
          <p:cNvPr id="35843" name="Rectangle 3" descr="Rectangle: Click to edit Master text styles&#10;Second level&#10;Third level&#10;Fourth level&#10;Fifth level"/>
          <p:cNvSpPr>
            <a:spLocks noGrp="1" noChangeArrowheads="1"/>
          </p:cNvSpPr>
          <p:nvPr>
            <p:ph type="body" idx="1"/>
          </p:nvPr>
        </p:nvSpPr>
        <p:spPr>
          <a:xfrm>
            <a:off x="838200" y="2209800"/>
            <a:ext cx="7772400" cy="3429000"/>
          </a:xfrm>
        </p:spPr>
        <p:txBody>
          <a:bodyPr/>
          <a:lstStyle/>
          <a:p>
            <a:r>
              <a:rPr lang="en-US"/>
              <a:t> </a:t>
            </a:r>
            <a:r>
              <a:rPr lang="fr-FR"/>
              <a:t>Récursivité </a:t>
            </a:r>
            <a:r>
              <a:rPr lang="en-US"/>
              <a:t>and </a:t>
            </a:r>
            <a:r>
              <a:rPr lang="en-US" err="1"/>
              <a:t>Récurrence</a:t>
            </a:r>
            <a:r>
              <a:rPr lang="en-US"/>
              <a:t> </a:t>
            </a:r>
          </a:p>
          <a:p>
            <a:r>
              <a:rPr lang="en-US"/>
              <a:t> </a:t>
            </a:r>
            <a:r>
              <a:rPr lang="fr-FR"/>
              <a:t>Définitions</a:t>
            </a:r>
            <a:r>
              <a:rPr lang="en-US"/>
              <a:t> </a:t>
            </a:r>
            <a:r>
              <a:rPr lang="fr-FR"/>
              <a:t>Récursives</a:t>
            </a:r>
          </a:p>
          <a:p>
            <a:pPr lvl="1"/>
            <a:r>
              <a:rPr lang="en-US"/>
              <a:t>Ensembles</a:t>
            </a:r>
          </a:p>
          <a:p>
            <a:pPr lvl="1"/>
            <a:r>
              <a:rPr lang="fr-FR"/>
              <a:t>Chaînes</a:t>
            </a:r>
            <a:r>
              <a:rPr lang="en-US"/>
              <a:t> de </a:t>
            </a:r>
            <a:r>
              <a:rPr lang="fr-FR"/>
              <a:t>caractères</a:t>
            </a:r>
            <a:endParaRPr lang="en-US"/>
          </a:p>
          <a:p>
            <a:r>
              <a:rPr lang="en-US"/>
              <a:t> </a:t>
            </a:r>
            <a:r>
              <a:rPr lang="fr-FR"/>
              <a:t>Algorithmes</a:t>
            </a:r>
            <a:r>
              <a:rPr lang="en-US"/>
              <a:t> </a:t>
            </a:r>
            <a:r>
              <a:rPr lang="fr-FR"/>
              <a:t>Récursifs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46AAEA2C-2B4A-4CE0-9CC0-95FA2300B555}" type="slidenum">
              <a:rPr lang="en-US"/>
              <a:pPr/>
              <a:t>3</a:t>
            </a:fld>
            <a:endParaRPr lang="en-US"/>
          </a:p>
        </p:txBody>
      </p:sp>
      <p:sp>
        <p:nvSpPr>
          <p:cNvPr id="36866" name="Rectangle 2"/>
          <p:cNvSpPr>
            <a:spLocks noGrp="1" noChangeArrowheads="1"/>
          </p:cNvSpPr>
          <p:nvPr>
            <p:ph type="title"/>
          </p:nvPr>
        </p:nvSpPr>
        <p:spPr>
          <a:xfrm>
            <a:off x="609600" y="304800"/>
            <a:ext cx="7924800" cy="1143000"/>
          </a:xfrm>
        </p:spPr>
        <p:txBody>
          <a:bodyPr/>
          <a:lstStyle/>
          <a:p>
            <a:pPr algn="ctr"/>
            <a:r>
              <a:rPr lang="fr-FR"/>
              <a:t>Définition récursive d’une </a:t>
            </a:r>
            <a:r>
              <a:rPr lang="en-US"/>
              <a:t>suite</a:t>
            </a:r>
          </a:p>
        </p:txBody>
      </p:sp>
      <p:sp>
        <p:nvSpPr>
          <p:cNvPr id="36867" name="Rectangle 3" descr="Rectangle: Click to edit Master text styles&#10;Second level&#10;Third level&#10;Fourth level&#10;Fifth level"/>
          <p:cNvSpPr>
            <a:spLocks noGrp="1" noChangeArrowheads="1"/>
          </p:cNvSpPr>
          <p:nvPr>
            <p:ph type="body" idx="1"/>
          </p:nvPr>
        </p:nvSpPr>
        <p:spPr>
          <a:xfrm>
            <a:off x="533400" y="1524000"/>
            <a:ext cx="8610600" cy="4876800"/>
          </a:xfrm>
        </p:spPr>
        <p:txBody>
          <a:bodyPr/>
          <a:lstStyle/>
          <a:p>
            <a:pPr>
              <a:buNone/>
            </a:pPr>
            <a:r>
              <a:rPr lang="fr-FR" sz="2800"/>
              <a:t>Il est souvent difficile d'exprimer les membres d'un ensemble ou d'une suite numérique explicitement.</a:t>
            </a:r>
            <a:r>
              <a:rPr lang="en-US" sz="2800"/>
              <a:t> </a:t>
            </a:r>
          </a:p>
          <a:p>
            <a:pPr>
              <a:lnSpc>
                <a:spcPct val="90000"/>
              </a:lnSpc>
              <a:buFont typeface="Wingdings" pitchFamily="2" charset="2"/>
              <a:buNone/>
            </a:pPr>
            <a:r>
              <a:rPr lang="en-US" sz="2800"/>
              <a:t>EG:  La suite de Fibonacci:</a:t>
            </a:r>
          </a:p>
          <a:p>
            <a:pPr>
              <a:lnSpc>
                <a:spcPct val="90000"/>
              </a:lnSpc>
              <a:buFont typeface="Wingdings" pitchFamily="2" charset="2"/>
              <a:buNone/>
            </a:pPr>
            <a:r>
              <a:rPr lang="en-US" sz="2800"/>
              <a:t>{</a:t>
            </a:r>
            <a:r>
              <a:rPr lang="en-US" sz="2800" i="1"/>
              <a:t>f</a:t>
            </a:r>
            <a:r>
              <a:rPr lang="en-US" sz="2800" i="1" baseline="-25000"/>
              <a:t>n </a:t>
            </a:r>
            <a:r>
              <a:rPr lang="en-US" sz="2800"/>
              <a:t>} = 0,1,1,2,3,5,8,13,21,34,55,</a:t>
            </a:r>
            <a:r>
              <a:rPr lang="en-US" sz="2800">
                <a:latin typeface="Times New Roman"/>
              </a:rPr>
              <a:t>…</a:t>
            </a:r>
            <a:endParaRPr lang="en-US" sz="2800"/>
          </a:p>
          <a:p>
            <a:pPr>
              <a:lnSpc>
                <a:spcPct val="90000"/>
              </a:lnSpc>
              <a:buNone/>
            </a:pPr>
            <a:r>
              <a:rPr lang="fr-FR" sz="2800"/>
              <a:t>Il se peut, cependant qu’il y’a certaines relations qui peuvent donner lieu à une </a:t>
            </a:r>
            <a:r>
              <a:rPr lang="fr-FR" sz="2800" b="1"/>
              <a:t>définition récursive</a:t>
            </a:r>
            <a:r>
              <a:rPr lang="fr-FR" sz="2800"/>
              <a:t> -une ​​formule qui exprime les termes d'ordre plus élevé, en fonction de termes de plus bas ordre.</a:t>
            </a:r>
            <a:endParaRPr lang="en-US" sz="2800"/>
          </a:p>
          <a:p>
            <a:pPr>
              <a:lnSpc>
                <a:spcPct val="90000"/>
              </a:lnSpc>
              <a:buNone/>
            </a:pPr>
            <a:r>
              <a:rPr lang="en-US" sz="2800"/>
              <a:t>EG: </a:t>
            </a:r>
            <a:r>
              <a:rPr lang="en-US" sz="2800" err="1"/>
              <a:t>Définition</a:t>
            </a:r>
            <a:r>
              <a:rPr lang="en-US" sz="2800"/>
              <a:t> recursive de {</a:t>
            </a:r>
            <a:r>
              <a:rPr lang="en-US" sz="2800" i="1"/>
              <a:t>f</a:t>
            </a:r>
            <a:r>
              <a:rPr lang="en-US" sz="2800" i="1" baseline="-25000"/>
              <a:t>n </a:t>
            </a:r>
            <a:r>
              <a:rPr lang="en-US" sz="2800"/>
              <a:t>}:</a:t>
            </a:r>
          </a:p>
          <a:p>
            <a:pPr>
              <a:lnSpc>
                <a:spcPct val="90000"/>
              </a:lnSpc>
              <a:buFont typeface="Wingdings" pitchFamily="2" charset="2"/>
              <a:buNone/>
            </a:pPr>
            <a:r>
              <a:rPr lang="en-US" sz="2800"/>
              <a:t>	INITIALIZATION:	</a:t>
            </a:r>
            <a:r>
              <a:rPr lang="en-US" sz="2800" i="1"/>
              <a:t>f</a:t>
            </a:r>
            <a:r>
              <a:rPr lang="en-US" sz="2800" baseline="-25000"/>
              <a:t>0</a:t>
            </a:r>
            <a:r>
              <a:rPr lang="en-US" sz="2800" i="1"/>
              <a:t> </a:t>
            </a:r>
            <a:r>
              <a:rPr lang="en-US" sz="2800"/>
              <a:t>= 0, </a:t>
            </a:r>
            <a:r>
              <a:rPr lang="en-US" sz="2800" i="1"/>
              <a:t>f</a:t>
            </a:r>
            <a:r>
              <a:rPr lang="en-US" sz="2800" baseline="-25000"/>
              <a:t>1 </a:t>
            </a:r>
            <a:r>
              <a:rPr lang="en-US" sz="2800"/>
              <a:t>= 1</a:t>
            </a:r>
            <a:endParaRPr lang="en-US" sz="2800" i="1"/>
          </a:p>
          <a:p>
            <a:pPr>
              <a:lnSpc>
                <a:spcPct val="90000"/>
              </a:lnSpc>
              <a:buFont typeface="Wingdings" pitchFamily="2" charset="2"/>
              <a:buNone/>
            </a:pPr>
            <a:r>
              <a:rPr lang="en-US" sz="2800"/>
              <a:t>	RECURSION:</a:t>
            </a:r>
            <a:r>
              <a:rPr lang="en-US" sz="2800" i="1"/>
              <a:t> 		f</a:t>
            </a:r>
            <a:r>
              <a:rPr lang="en-US" sz="2800" i="1" baseline="-25000"/>
              <a:t>n</a:t>
            </a:r>
            <a:r>
              <a:rPr lang="en-US" sz="2800" i="1"/>
              <a:t> </a:t>
            </a:r>
            <a:r>
              <a:rPr lang="en-US" sz="2800"/>
              <a:t>=</a:t>
            </a:r>
            <a:r>
              <a:rPr lang="en-US" sz="2800" i="1"/>
              <a:t> f</a:t>
            </a:r>
            <a:r>
              <a:rPr lang="en-US" sz="2800" i="1" baseline="-25000"/>
              <a:t>n</a:t>
            </a:r>
            <a:r>
              <a:rPr lang="en-US" sz="2800" baseline="-25000"/>
              <a:t>-1</a:t>
            </a:r>
            <a:r>
              <a:rPr lang="en-US" sz="2800"/>
              <a:t>+</a:t>
            </a:r>
            <a:r>
              <a:rPr lang="en-US" sz="2800" i="1"/>
              <a:t>f</a:t>
            </a:r>
            <a:r>
              <a:rPr lang="en-US" sz="2800" i="1" baseline="-25000"/>
              <a:t>n</a:t>
            </a:r>
            <a:r>
              <a:rPr lang="en-US" sz="2800" baseline="-25000"/>
              <a:t>-2  </a:t>
            </a:r>
            <a:r>
              <a:rPr lang="en-US" sz="2800"/>
              <a:t>for </a:t>
            </a:r>
            <a:r>
              <a:rPr lang="en-US" sz="2800" i="1"/>
              <a:t>n</a:t>
            </a:r>
            <a:r>
              <a:rPr lang="en-US" sz="2800"/>
              <a:t> &gt;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E74C9703-8E02-4675-BD57-5DDF16D034B3}" type="slidenum">
              <a:rPr lang="en-US"/>
              <a:pPr/>
              <a:t>4</a:t>
            </a:fld>
            <a:endParaRPr lang="en-US"/>
          </a:p>
        </p:txBody>
      </p:sp>
      <p:sp>
        <p:nvSpPr>
          <p:cNvPr id="38914" name="Rectangle 2"/>
          <p:cNvSpPr>
            <a:spLocks noGrp="1" noChangeArrowheads="1"/>
          </p:cNvSpPr>
          <p:nvPr>
            <p:ph type="title"/>
          </p:nvPr>
        </p:nvSpPr>
        <p:spPr/>
        <p:txBody>
          <a:bodyPr/>
          <a:lstStyle/>
          <a:p>
            <a:pPr algn="ctr"/>
            <a:r>
              <a:rPr lang="fr-FR"/>
              <a:t>Définition</a:t>
            </a:r>
            <a:r>
              <a:rPr lang="en-US"/>
              <a:t> </a:t>
            </a:r>
            <a:r>
              <a:rPr lang="fr-FR"/>
              <a:t>récursive</a:t>
            </a:r>
            <a:r>
              <a:rPr lang="en-US"/>
              <a:t> </a:t>
            </a:r>
            <a:br>
              <a:rPr lang="en-US"/>
            </a:br>
            <a:r>
              <a:rPr lang="en-US"/>
              <a:t>et </a:t>
            </a:r>
            <a:r>
              <a:rPr lang="fr-FR"/>
              <a:t>récurrence</a:t>
            </a:r>
          </a:p>
        </p:txBody>
      </p:sp>
      <p:sp>
        <p:nvSpPr>
          <p:cNvPr id="38915" name="Rectangle 3" descr="Rectangle: Click to edit Master text styles&#10;Second level&#10;Third level&#10;Fourth level&#10;Fifth level"/>
          <p:cNvSpPr>
            <a:spLocks noGrp="1" noChangeArrowheads="1"/>
          </p:cNvSpPr>
          <p:nvPr>
            <p:ph type="body" idx="1"/>
          </p:nvPr>
        </p:nvSpPr>
        <p:spPr>
          <a:xfrm>
            <a:off x="533400" y="1524000"/>
            <a:ext cx="8610600" cy="4876800"/>
          </a:xfrm>
        </p:spPr>
        <p:txBody>
          <a:bodyPr/>
          <a:lstStyle/>
          <a:p>
            <a:pPr marL="609600" indent="-609600">
              <a:lnSpc>
                <a:spcPct val="90000"/>
              </a:lnSpc>
              <a:buNone/>
            </a:pPr>
            <a:r>
              <a:rPr lang="fr-FR" sz="2800"/>
              <a:t>Définition récursive et démonstration par récurrence sont complémentaires: une définition récursive donne généralement lieu à une preuve naturelle impliquant la suite récurrente. </a:t>
            </a:r>
          </a:p>
          <a:p>
            <a:pPr marL="609600" indent="-609600">
              <a:lnSpc>
                <a:spcPct val="90000"/>
              </a:lnSpc>
              <a:buNone/>
            </a:pPr>
            <a:r>
              <a:rPr lang="fr-FR" sz="2800"/>
              <a:t>Ceci résulte de la forme d'une définition récursive constituée de deux parties:</a:t>
            </a:r>
          </a:p>
          <a:p>
            <a:pPr marL="609600" indent="-609600">
              <a:lnSpc>
                <a:spcPct val="90000"/>
              </a:lnSpc>
              <a:buFont typeface="+mj-lt"/>
              <a:buAutoNum type="arabicPeriod"/>
            </a:pPr>
            <a:r>
              <a:rPr lang="fr-FR" sz="2800" b="1"/>
              <a:t>Initialisation</a:t>
            </a:r>
            <a:r>
              <a:rPr lang="fr-FR" sz="2800"/>
              <a:t> -analogue à l’étape de </a:t>
            </a:r>
            <a:r>
              <a:rPr lang="fr-FR" sz="2800" b="1"/>
              <a:t>base de l’induction</a:t>
            </a:r>
          </a:p>
          <a:p>
            <a:pPr marL="609600" indent="-609600">
              <a:lnSpc>
                <a:spcPct val="90000"/>
              </a:lnSpc>
              <a:buFont typeface="+mj-lt"/>
              <a:buAutoNum type="arabicPeriod"/>
            </a:pPr>
            <a:r>
              <a:rPr lang="fr-FR" sz="2800" b="1"/>
              <a:t>Récurrence</a:t>
            </a:r>
            <a:r>
              <a:rPr lang="fr-FR" sz="2800"/>
              <a:t> -analogue à l’étape de l’</a:t>
            </a:r>
            <a:r>
              <a:rPr lang="fr-FR" sz="2800" b="1"/>
              <a:t>induction</a:t>
            </a:r>
            <a:endParaRPr lang="fr-FR" sz="2800"/>
          </a:p>
          <a:p>
            <a:pPr marL="609600" indent="-609600">
              <a:lnSpc>
                <a:spcPct val="90000"/>
              </a:lnSpc>
              <a:buNone/>
            </a:pPr>
            <a:r>
              <a:rPr lang="fr-FR" sz="2800"/>
              <a:t>Dans l'induction et la récursivité, l'analogie domino est utile.</a:t>
            </a:r>
            <a:endParaRPr lang="en-US" sz="2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445BB837-C590-4DBB-8573-F871C53BFA17}" type="slidenum">
              <a:rPr lang="en-US"/>
              <a:pPr/>
              <a:t>5</a:t>
            </a:fld>
            <a:endParaRPr lang="en-US"/>
          </a:p>
        </p:txBody>
      </p:sp>
      <p:sp>
        <p:nvSpPr>
          <p:cNvPr id="40962" name="Rectangle 2"/>
          <p:cNvSpPr>
            <a:spLocks noGrp="1" noChangeArrowheads="1"/>
          </p:cNvSpPr>
          <p:nvPr>
            <p:ph type="title"/>
          </p:nvPr>
        </p:nvSpPr>
        <p:spPr/>
        <p:txBody>
          <a:bodyPr/>
          <a:lstStyle/>
          <a:p>
            <a:pPr algn="ctr"/>
            <a:r>
              <a:rPr lang="fr-FR"/>
              <a:t>Fonctions</a:t>
            </a:r>
            <a:r>
              <a:rPr lang="en-US"/>
              <a:t> </a:t>
            </a:r>
            <a:r>
              <a:rPr lang="fr-FR"/>
              <a:t>récursives</a:t>
            </a:r>
          </a:p>
        </p:txBody>
      </p:sp>
      <p:sp>
        <p:nvSpPr>
          <p:cNvPr id="40963" name="Rectangle 3" descr="Rectangle: Click to edit Master text styles&#10;Second level&#10;Third level&#10;Fourth level&#10;Fifth level"/>
          <p:cNvSpPr>
            <a:spLocks noGrp="1" noChangeArrowheads="1"/>
          </p:cNvSpPr>
          <p:nvPr>
            <p:ph type="body" idx="1"/>
          </p:nvPr>
        </p:nvSpPr>
        <p:spPr>
          <a:xfrm>
            <a:off x="533400" y="1447800"/>
            <a:ext cx="8610600" cy="5029200"/>
          </a:xfrm>
        </p:spPr>
        <p:txBody>
          <a:bodyPr/>
          <a:lstStyle/>
          <a:p>
            <a:pPr>
              <a:buNone/>
            </a:pPr>
            <a:r>
              <a:rPr lang="fr-FR" sz="2800"/>
              <a:t>Il est possible de penser à une fonction de domaine </a:t>
            </a:r>
            <a:r>
              <a:rPr lang="fr-FR" sz="2800" b="1"/>
              <a:t>N</a:t>
            </a:r>
            <a:r>
              <a:rPr lang="fr-FR" sz="2800"/>
              <a:t> comme une suite de nombres, et vice-versa.</a:t>
            </a:r>
          </a:p>
          <a:p>
            <a:pPr>
              <a:buNone/>
            </a:pPr>
            <a:r>
              <a:rPr lang="fr-FR" sz="2800"/>
              <a:t>Il suffit de poser</a:t>
            </a:r>
            <a:r>
              <a:rPr lang="en-US" sz="2800"/>
              <a:t>: 	</a:t>
            </a:r>
            <a:r>
              <a:rPr lang="en-US" sz="2800" i="1"/>
              <a:t>f</a:t>
            </a:r>
            <a:r>
              <a:rPr lang="en-US" sz="2800" i="1" baseline="-25000"/>
              <a:t>n</a:t>
            </a:r>
            <a:r>
              <a:rPr lang="en-US" sz="2800" i="1"/>
              <a:t> </a:t>
            </a:r>
            <a:r>
              <a:rPr lang="en-US" sz="2800"/>
              <a:t>=</a:t>
            </a:r>
            <a:r>
              <a:rPr lang="en-US" sz="2800" i="1"/>
              <a:t>f </a:t>
            </a:r>
            <a:r>
              <a:rPr lang="en-US" sz="2800"/>
              <a:t>(</a:t>
            </a:r>
            <a:r>
              <a:rPr lang="en-US" sz="2800" i="1"/>
              <a:t>n</a:t>
            </a:r>
            <a:r>
              <a:rPr lang="en-US" sz="2800"/>
              <a:t>)</a:t>
            </a:r>
          </a:p>
          <a:p>
            <a:pPr>
              <a:buNone/>
            </a:pPr>
            <a:r>
              <a:rPr lang="fr-FR" sz="2800"/>
              <a:t>Par exemple, notre suite de </a:t>
            </a:r>
            <a:r>
              <a:rPr lang="fr-FR" sz="2800" err="1"/>
              <a:t>Fibonacci</a:t>
            </a:r>
            <a:r>
              <a:rPr lang="fr-FR" sz="2800"/>
              <a:t> devient la </a:t>
            </a:r>
            <a:r>
              <a:rPr lang="fr-FR" sz="2800" b="1" i="1"/>
              <a:t>fonction</a:t>
            </a:r>
            <a:r>
              <a:rPr lang="fr-FR" sz="2800"/>
              <a:t> de </a:t>
            </a:r>
            <a:r>
              <a:rPr lang="fr-FR" sz="2800" err="1"/>
              <a:t>Fibonacci</a:t>
            </a:r>
            <a:r>
              <a:rPr lang="fr-FR" sz="2800"/>
              <a:t> définie comme suit:</a:t>
            </a:r>
            <a:endParaRPr lang="en-US" sz="2800"/>
          </a:p>
          <a:p>
            <a:pPr>
              <a:buFont typeface="Wingdings" pitchFamily="2" charset="2"/>
              <a:buNone/>
            </a:pPr>
            <a:r>
              <a:rPr lang="en-US" sz="2800" i="1"/>
              <a:t>f </a:t>
            </a:r>
            <a:r>
              <a:rPr lang="en-US" sz="2800"/>
              <a:t>(0) = 0, </a:t>
            </a:r>
            <a:r>
              <a:rPr lang="en-US" sz="2800" i="1"/>
              <a:t>f </a:t>
            </a:r>
            <a:r>
              <a:rPr lang="en-US" sz="2800"/>
              <a:t>(1) = 1, </a:t>
            </a:r>
            <a:r>
              <a:rPr lang="en-US" sz="2800" i="1"/>
              <a:t>f </a:t>
            </a:r>
            <a:r>
              <a:rPr lang="en-US" sz="2800"/>
              <a:t>(2) = 1, </a:t>
            </a:r>
            <a:r>
              <a:rPr lang="en-US" sz="2800" i="1"/>
              <a:t>f </a:t>
            </a:r>
            <a:r>
              <a:rPr lang="en-US" sz="2800"/>
              <a:t>(3) = 2,</a:t>
            </a:r>
            <a:r>
              <a:rPr lang="en-US" sz="2800">
                <a:latin typeface="Times New Roman"/>
              </a:rPr>
              <a:t>…</a:t>
            </a:r>
          </a:p>
          <a:p>
            <a:pPr>
              <a:buNone/>
            </a:pPr>
            <a:r>
              <a:rPr lang="fr-FR" sz="2800"/>
              <a:t>Ces fonctions peuvent être définies de manière récursive en utilisant la définition par récurrence de la suite.</a:t>
            </a:r>
            <a:r>
              <a:rPr lang="en-US" sz="2800"/>
              <a:t> EG:</a:t>
            </a:r>
          </a:p>
          <a:p>
            <a:pPr>
              <a:buFont typeface="Wingdings" pitchFamily="2" charset="2"/>
              <a:buNone/>
            </a:pPr>
            <a:r>
              <a:rPr lang="en-US" sz="2800"/>
              <a:t>	INITIALIZATION:	</a:t>
            </a:r>
            <a:r>
              <a:rPr lang="en-US" sz="2800" i="1"/>
              <a:t>f </a:t>
            </a:r>
            <a:r>
              <a:rPr lang="en-US" sz="2800"/>
              <a:t>(0) = 0, </a:t>
            </a:r>
            <a:r>
              <a:rPr lang="en-US" sz="2800" i="1"/>
              <a:t>f </a:t>
            </a:r>
            <a:r>
              <a:rPr lang="en-US" sz="2800"/>
              <a:t>(1)</a:t>
            </a:r>
            <a:r>
              <a:rPr lang="en-US" sz="2800" baseline="-25000"/>
              <a:t> </a:t>
            </a:r>
            <a:r>
              <a:rPr lang="en-US" sz="2800"/>
              <a:t>= 1</a:t>
            </a:r>
            <a:endParaRPr lang="en-US" sz="2800" i="1"/>
          </a:p>
          <a:p>
            <a:pPr>
              <a:buFont typeface="Wingdings" pitchFamily="2" charset="2"/>
              <a:buNone/>
            </a:pPr>
            <a:r>
              <a:rPr lang="en-US" sz="2800"/>
              <a:t>	RECURSION:</a:t>
            </a:r>
            <a:r>
              <a:rPr lang="en-US" sz="2800" i="1"/>
              <a:t> f </a:t>
            </a:r>
            <a:r>
              <a:rPr lang="en-US" sz="2800"/>
              <a:t>(</a:t>
            </a:r>
            <a:r>
              <a:rPr lang="en-US" sz="2800" i="1"/>
              <a:t>n</a:t>
            </a:r>
            <a:r>
              <a:rPr lang="en-US" sz="2800"/>
              <a:t>)=</a:t>
            </a:r>
            <a:r>
              <a:rPr lang="en-US" sz="2800" i="1"/>
              <a:t>f </a:t>
            </a:r>
            <a:r>
              <a:rPr lang="en-US" sz="2800"/>
              <a:t>(</a:t>
            </a:r>
            <a:r>
              <a:rPr lang="en-US" sz="2800" i="1"/>
              <a:t>n </a:t>
            </a:r>
            <a:r>
              <a:rPr lang="en-US" sz="2800"/>
              <a:t>-1)+</a:t>
            </a:r>
            <a:r>
              <a:rPr lang="en-US" sz="2800" i="1"/>
              <a:t>f </a:t>
            </a:r>
            <a:r>
              <a:rPr lang="en-US" sz="2800"/>
              <a:t>(</a:t>
            </a:r>
            <a:r>
              <a:rPr lang="en-US" sz="2800" i="1"/>
              <a:t>n </a:t>
            </a:r>
            <a:r>
              <a:rPr lang="en-US" sz="2800"/>
              <a:t>-2),</a:t>
            </a:r>
            <a:r>
              <a:rPr lang="en-US" sz="2800" baseline="-25000"/>
              <a:t> </a:t>
            </a:r>
            <a:r>
              <a:rPr lang="en-US" sz="2800"/>
              <a:t>for </a:t>
            </a:r>
            <a:r>
              <a:rPr lang="en-US" sz="2800" i="1"/>
              <a:t>n</a:t>
            </a:r>
            <a:r>
              <a:rPr lang="en-US" sz="2800"/>
              <a:t> &gt; 1.</a:t>
            </a:r>
          </a:p>
          <a:p>
            <a:pPr>
              <a:buFont typeface="Wingdings" pitchFamily="2" charset="2"/>
              <a:buNone/>
            </a:pPr>
            <a:endParaRPr lang="en-US" sz="2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477CBB60-60F6-4B47-974D-6A93EA1D2D01}" type="slidenum">
              <a:rPr lang="en-US"/>
              <a:pPr/>
              <a:t>6</a:t>
            </a:fld>
            <a:endParaRPr lang="en-US"/>
          </a:p>
        </p:txBody>
      </p:sp>
      <p:sp>
        <p:nvSpPr>
          <p:cNvPr id="41986"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Factorielle</a:t>
            </a:r>
          </a:p>
        </p:txBody>
      </p:sp>
      <p:sp>
        <p:nvSpPr>
          <p:cNvPr id="41987" name="Rectangle 3" descr="Rectangle: Click to edit Master text styles&#10;Second level&#10;Third level&#10;Fourth level&#10;Fifth level"/>
          <p:cNvSpPr>
            <a:spLocks noGrp="1" noChangeArrowheads="1"/>
          </p:cNvSpPr>
          <p:nvPr>
            <p:ph type="body" idx="1"/>
          </p:nvPr>
        </p:nvSpPr>
        <p:spPr>
          <a:xfrm>
            <a:off x="533400" y="1447800"/>
            <a:ext cx="8229600" cy="5029200"/>
          </a:xfrm>
        </p:spPr>
        <p:txBody>
          <a:bodyPr/>
          <a:lstStyle/>
          <a:p>
            <a:pPr>
              <a:buNone/>
            </a:pPr>
            <a:r>
              <a:rPr lang="fr-FR"/>
              <a:t>Un exemple simple d'une fonction récursive définie est la fonction </a:t>
            </a:r>
            <a:r>
              <a:rPr lang="fr-FR" b="1" i="1"/>
              <a:t>factorielle</a:t>
            </a:r>
            <a:r>
              <a:rPr lang="fr-FR"/>
              <a:t>:</a:t>
            </a:r>
          </a:p>
          <a:p>
            <a:pPr>
              <a:buNone/>
            </a:pPr>
            <a:r>
              <a:rPr lang="en-US" i="1"/>
              <a:t>n</a:t>
            </a:r>
            <a:r>
              <a:rPr lang="en-US"/>
              <a:t>! = 1</a:t>
            </a:r>
            <a:r>
              <a:rPr lang="en-US">
                <a:latin typeface="Times New Roman"/>
              </a:rPr>
              <a:t>·</a:t>
            </a:r>
            <a:r>
              <a:rPr lang="en-US"/>
              <a:t> 2</a:t>
            </a:r>
            <a:r>
              <a:rPr lang="en-US">
                <a:latin typeface="Times New Roman"/>
              </a:rPr>
              <a:t>·</a:t>
            </a:r>
            <a:r>
              <a:rPr lang="en-US"/>
              <a:t> 3</a:t>
            </a:r>
            <a:r>
              <a:rPr lang="en-US">
                <a:latin typeface="Times New Roman"/>
              </a:rPr>
              <a:t>·</a:t>
            </a:r>
            <a:r>
              <a:rPr lang="en-US"/>
              <a:t> 4 </a:t>
            </a:r>
            <a:r>
              <a:rPr lang="en-US">
                <a:latin typeface="Times New Roman"/>
              </a:rPr>
              <a:t>···</a:t>
            </a:r>
            <a:r>
              <a:rPr lang="en-US"/>
              <a:t>(</a:t>
            </a:r>
            <a:r>
              <a:rPr lang="en-US" i="1"/>
              <a:t>n </a:t>
            </a:r>
            <a:r>
              <a:rPr lang="en-US">
                <a:latin typeface="Times New Roman"/>
              </a:rPr>
              <a:t>–</a:t>
            </a:r>
            <a:r>
              <a:rPr lang="en-US"/>
              <a:t>2)</a:t>
            </a:r>
            <a:r>
              <a:rPr lang="en-US">
                <a:latin typeface="Times New Roman"/>
              </a:rPr>
              <a:t>·</a:t>
            </a:r>
            <a:r>
              <a:rPr lang="en-US"/>
              <a:t>(</a:t>
            </a:r>
            <a:r>
              <a:rPr lang="en-US" i="1"/>
              <a:t>n </a:t>
            </a:r>
            <a:r>
              <a:rPr lang="en-US">
                <a:latin typeface="Times New Roman"/>
              </a:rPr>
              <a:t>–</a:t>
            </a:r>
            <a:r>
              <a:rPr lang="en-US"/>
              <a:t>1)</a:t>
            </a:r>
            <a:r>
              <a:rPr lang="en-US">
                <a:latin typeface="Times New Roman"/>
              </a:rPr>
              <a:t>·</a:t>
            </a:r>
            <a:r>
              <a:rPr lang="en-US" i="1"/>
              <a:t>n</a:t>
            </a:r>
          </a:p>
          <a:p>
            <a:pPr>
              <a:buNone/>
            </a:pPr>
            <a:r>
              <a:rPr lang="en-US"/>
              <a:t>i.e., l</a:t>
            </a:r>
            <a:r>
              <a:rPr lang="fr-FR"/>
              <a:t>e produit des n premiers nombres positifs (par convention, le produit de rien, c'est 1, de sorte que 0! = 1). </a:t>
            </a:r>
            <a:endParaRPr lang="en-US" i="1"/>
          </a:p>
          <a:p>
            <a:pPr>
              <a:buNone/>
            </a:pPr>
            <a:r>
              <a:rPr lang="en-US"/>
              <a:t>Q: </a:t>
            </a:r>
            <a:r>
              <a:rPr lang="fr-FR"/>
              <a:t>Trouver une définition récursive </a:t>
            </a:r>
            <a:r>
              <a:rPr lang="en-US"/>
              <a:t>de </a:t>
            </a:r>
            <a:r>
              <a:rPr lang="en-US" i="1"/>
              <a:t>n</a:t>
            </a:r>
            <a:r>
              <a:rPr lang="en-US"/>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CB038B52-96E2-4EC8-8F9A-DF13D531F684}" type="slidenum">
              <a:rPr lang="en-US"/>
              <a:pPr/>
              <a:t>7</a:t>
            </a:fld>
            <a:endParaRPr lang="en-US"/>
          </a:p>
        </p:txBody>
      </p:sp>
      <p:sp>
        <p:nvSpPr>
          <p:cNvPr id="130050"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Factorielle</a:t>
            </a:r>
            <a:endParaRPr lang="en-US"/>
          </a:p>
        </p:txBody>
      </p:sp>
      <p:sp>
        <p:nvSpPr>
          <p:cNvPr id="130051" name="Rectangle 3" descr="Rectangle: Click to edit Master text styles&#10;Second level&#10;Third level&#10;Fourth level&#10;Fifth level"/>
          <p:cNvSpPr>
            <a:spLocks noGrp="1" noChangeArrowheads="1"/>
          </p:cNvSpPr>
          <p:nvPr>
            <p:ph type="body" idx="1"/>
          </p:nvPr>
        </p:nvSpPr>
        <p:spPr>
          <a:xfrm>
            <a:off x="533400" y="1447800"/>
            <a:ext cx="8077200" cy="5029200"/>
          </a:xfrm>
        </p:spPr>
        <p:txBody>
          <a:bodyPr/>
          <a:lstStyle/>
          <a:p>
            <a:pPr>
              <a:lnSpc>
                <a:spcPct val="90000"/>
              </a:lnSpc>
              <a:buNone/>
            </a:pPr>
            <a:r>
              <a:rPr lang="en-US" sz="2800"/>
              <a:t>A:</a:t>
            </a:r>
            <a:r>
              <a:rPr lang="fr-FR" sz="2800"/>
              <a:t>INITIALISATION</a:t>
            </a:r>
            <a:r>
              <a:rPr lang="en-US" sz="2800"/>
              <a:t>:	0!= 1</a:t>
            </a:r>
            <a:endParaRPr lang="en-US" sz="2800" i="1"/>
          </a:p>
          <a:p>
            <a:pPr>
              <a:lnSpc>
                <a:spcPct val="90000"/>
              </a:lnSpc>
              <a:buFont typeface="Wingdings" pitchFamily="2" charset="2"/>
              <a:buNone/>
            </a:pPr>
            <a:r>
              <a:rPr lang="en-US" sz="2800"/>
              <a:t>	 RECURSION:</a:t>
            </a:r>
            <a:r>
              <a:rPr lang="en-US" sz="2800" i="1"/>
              <a:t> 	n </a:t>
            </a:r>
            <a:r>
              <a:rPr lang="en-US" sz="2800"/>
              <a:t>!=</a:t>
            </a:r>
            <a:r>
              <a:rPr lang="en-US" sz="2800" i="1"/>
              <a:t> n </a:t>
            </a:r>
            <a:r>
              <a:rPr lang="en-US" sz="2800">
                <a:latin typeface="Times New Roman"/>
              </a:rPr>
              <a:t>·</a:t>
            </a:r>
            <a:r>
              <a:rPr lang="en-US" sz="2800" i="1"/>
              <a:t> </a:t>
            </a:r>
            <a:r>
              <a:rPr lang="en-US" sz="2800"/>
              <a:t>(</a:t>
            </a:r>
            <a:r>
              <a:rPr lang="en-US" sz="2800" i="1"/>
              <a:t>n </a:t>
            </a:r>
            <a:r>
              <a:rPr lang="en-US" sz="2800"/>
              <a:t>-1)!</a:t>
            </a:r>
          </a:p>
          <a:p>
            <a:pPr>
              <a:lnSpc>
                <a:spcPct val="90000"/>
              </a:lnSpc>
              <a:buNone/>
            </a:pPr>
            <a:r>
              <a:rPr lang="fr-FR" sz="2800"/>
              <a:t>Pour calculer la valeur d'une fonction récursive, par exemple, 5 !, on se branche sur la définition récursive pour obtenir des expressions impliquant des valeurs d’ordre inférieurs de la fonction, jusqu'à arriver au cas de l’initialisation.</a:t>
            </a:r>
            <a:endParaRPr lang="en-US" sz="2800"/>
          </a:p>
          <a:p>
            <a:pPr>
              <a:lnSpc>
                <a:spcPct val="90000"/>
              </a:lnSpc>
              <a:buFont typeface="Wingdings" pitchFamily="2" charset="2"/>
              <a:buNone/>
            </a:pPr>
            <a:endParaRPr lang="en-US" sz="2800"/>
          </a:p>
          <a:p>
            <a:pPr>
              <a:lnSpc>
                <a:spcPct val="90000"/>
              </a:lnSpc>
              <a:buFont typeface="Wingdings" pitchFamily="2" charset="2"/>
              <a:buNone/>
            </a:pPr>
            <a:r>
              <a:rPr lang="en-US" sz="2800"/>
              <a:t>EG:  5! =</a:t>
            </a:r>
          </a:p>
          <a:p>
            <a:pPr>
              <a:lnSpc>
                <a:spcPct val="90000"/>
              </a:lnSpc>
              <a:buFont typeface="Wingdings" pitchFamily="2" charset="2"/>
              <a:buNone/>
            </a:pPr>
            <a:endParaRPr lang="en-US" sz="2800"/>
          </a:p>
          <a:p>
            <a:pPr>
              <a:lnSpc>
                <a:spcPct val="90000"/>
              </a:lnSpc>
              <a:buFont typeface="Wingdings" pitchFamily="2" charset="2"/>
              <a:buNone/>
            </a:pPr>
            <a:r>
              <a:rPr lang="en-US" sz="2800"/>
              <a:t>   	</a:t>
            </a:r>
          </a:p>
          <a:p>
            <a:pPr>
              <a:lnSpc>
                <a:spcPct val="90000"/>
              </a:lnSpc>
              <a:buFont typeface="Wingdings" pitchFamily="2" charset="2"/>
              <a:buNone/>
            </a:pPr>
            <a:endParaRPr lang="en-US"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12"/>
          </p:nvPr>
        </p:nvSpPr>
        <p:spPr/>
        <p:txBody>
          <a:bodyPr/>
          <a:lstStyle/>
          <a:p>
            <a:fld id="{8422AAF6-2A0F-4EF3-AC95-07A34F0F29DA}" type="slidenum">
              <a:rPr lang="en-US"/>
              <a:pPr/>
              <a:t>8</a:t>
            </a:fld>
            <a:endParaRPr lang="en-US"/>
          </a:p>
        </p:txBody>
      </p:sp>
      <p:sp>
        <p:nvSpPr>
          <p:cNvPr id="134146"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Factorielle</a:t>
            </a:r>
            <a:endParaRPr lang="en-US"/>
          </a:p>
        </p:txBody>
      </p:sp>
      <p:sp>
        <p:nvSpPr>
          <p:cNvPr id="134147" name="Rectangle 3" descr="Rectangle: Click to edit Master text styles&#10;Second level&#10;Third level&#10;Fourth level&#10;Fifth level"/>
          <p:cNvSpPr>
            <a:spLocks noGrp="1" noChangeArrowheads="1"/>
          </p:cNvSpPr>
          <p:nvPr>
            <p:ph type="body" idx="1"/>
          </p:nvPr>
        </p:nvSpPr>
        <p:spPr>
          <a:xfrm>
            <a:off x="533400" y="1447800"/>
            <a:ext cx="8077200" cy="5029200"/>
          </a:xfrm>
        </p:spPr>
        <p:txBody>
          <a:bodyPr/>
          <a:lstStyle/>
          <a:p>
            <a:pPr>
              <a:lnSpc>
                <a:spcPct val="90000"/>
              </a:lnSpc>
              <a:buNone/>
            </a:pPr>
            <a:r>
              <a:rPr lang="en-US" sz="2800"/>
              <a:t>A:</a:t>
            </a:r>
            <a:r>
              <a:rPr lang="fr-FR" sz="2800"/>
              <a:t>INITIALISATION</a:t>
            </a:r>
            <a:r>
              <a:rPr lang="en-US" sz="2800"/>
              <a:t>:	0!= 1</a:t>
            </a:r>
            <a:endParaRPr lang="en-US" sz="2800" i="1"/>
          </a:p>
          <a:p>
            <a:pPr>
              <a:lnSpc>
                <a:spcPct val="90000"/>
              </a:lnSpc>
              <a:buNone/>
            </a:pPr>
            <a:r>
              <a:rPr lang="en-US" sz="2800"/>
              <a:t>	 RECURRENCE:</a:t>
            </a:r>
            <a:r>
              <a:rPr lang="en-US" sz="2800" i="1"/>
              <a:t> 	n </a:t>
            </a:r>
            <a:r>
              <a:rPr lang="en-US" sz="2800"/>
              <a:t>!=</a:t>
            </a:r>
            <a:r>
              <a:rPr lang="en-US" sz="2800" i="1"/>
              <a:t> n </a:t>
            </a:r>
            <a:r>
              <a:rPr lang="en-US" sz="2800">
                <a:latin typeface="Times New Roman"/>
              </a:rPr>
              <a:t>·</a:t>
            </a:r>
            <a:r>
              <a:rPr lang="en-US" sz="2800" i="1"/>
              <a:t> </a:t>
            </a:r>
            <a:r>
              <a:rPr lang="en-US" sz="2800"/>
              <a:t>(</a:t>
            </a:r>
            <a:r>
              <a:rPr lang="en-US" sz="2800" i="1"/>
              <a:t>n </a:t>
            </a:r>
            <a:r>
              <a:rPr lang="en-US" sz="2800"/>
              <a:t>-1)!</a:t>
            </a:r>
          </a:p>
          <a:p>
            <a:pPr>
              <a:lnSpc>
                <a:spcPct val="90000"/>
              </a:lnSpc>
              <a:buNone/>
            </a:pPr>
            <a:r>
              <a:rPr lang="fr-FR" sz="2800"/>
              <a:t>Pour calculer la valeur d'une fonction récursive, par exemple, 5 !, on se branche sur la définition récursive pour obtenir des expressions impliquant des valeurs d’ordre inférieurs de la fonction, jusqu'à arriver au cas de l’initialisation.</a:t>
            </a:r>
            <a:endParaRPr lang="en-US" sz="2800"/>
          </a:p>
          <a:p>
            <a:pPr>
              <a:lnSpc>
                <a:spcPct val="90000"/>
              </a:lnSpc>
              <a:buFont typeface="Wingdings" pitchFamily="2" charset="2"/>
              <a:buNone/>
            </a:pPr>
            <a:endParaRPr lang="en-US" sz="2800"/>
          </a:p>
          <a:p>
            <a:pPr>
              <a:lnSpc>
                <a:spcPct val="90000"/>
              </a:lnSpc>
              <a:buFont typeface="Wingdings" pitchFamily="2" charset="2"/>
              <a:buNone/>
            </a:pPr>
            <a:endParaRPr lang="en-US" sz="2800"/>
          </a:p>
          <a:p>
            <a:pPr>
              <a:lnSpc>
                <a:spcPct val="90000"/>
              </a:lnSpc>
              <a:buFont typeface="Wingdings" pitchFamily="2" charset="2"/>
              <a:buNone/>
            </a:pPr>
            <a:r>
              <a:rPr lang="en-US" sz="2800"/>
              <a:t>EG:  5! = 5 </a:t>
            </a:r>
            <a:r>
              <a:rPr lang="en-US" sz="2800">
                <a:latin typeface="Times New Roman"/>
              </a:rPr>
              <a:t>·</a:t>
            </a:r>
            <a:r>
              <a:rPr lang="en-US" sz="2800"/>
              <a:t> 4! </a:t>
            </a:r>
          </a:p>
          <a:p>
            <a:pPr>
              <a:lnSpc>
                <a:spcPct val="90000"/>
              </a:lnSpc>
              <a:buFont typeface="Wingdings" pitchFamily="2" charset="2"/>
              <a:buNone/>
            </a:pPr>
            <a:endParaRPr lang="en-US" sz="2800"/>
          </a:p>
          <a:p>
            <a:pPr>
              <a:lnSpc>
                <a:spcPct val="90000"/>
              </a:lnSpc>
              <a:buFont typeface="Wingdings" pitchFamily="2" charset="2"/>
              <a:buNone/>
            </a:pPr>
            <a:r>
              <a:rPr lang="en-US" sz="2800"/>
              <a:t>   	</a:t>
            </a:r>
          </a:p>
          <a:p>
            <a:pPr>
              <a:lnSpc>
                <a:spcPct val="90000"/>
              </a:lnSpc>
              <a:buFont typeface="Wingdings" pitchFamily="2" charset="2"/>
              <a:buNone/>
            </a:pPr>
            <a:endParaRPr lang="en-US" sz="2800"/>
          </a:p>
        </p:txBody>
      </p:sp>
      <p:sp>
        <p:nvSpPr>
          <p:cNvPr id="134148" name="AutoShape 4"/>
          <p:cNvSpPr>
            <a:spLocks noChangeArrowheads="1"/>
          </p:cNvSpPr>
          <p:nvPr/>
        </p:nvSpPr>
        <p:spPr bwMode="auto">
          <a:xfrm>
            <a:off x="2057400" y="4724400"/>
            <a:ext cx="2667000" cy="609600"/>
          </a:xfrm>
          <a:prstGeom prst="cloudCallout">
            <a:avLst>
              <a:gd name="adj1" fmla="val 28227"/>
              <a:gd name="adj2" fmla="val -11977"/>
            </a:avLst>
          </a:prstGeom>
          <a:solidFill>
            <a:schemeClr val="accent1"/>
          </a:solidFill>
          <a:ln w="9525">
            <a:solidFill>
              <a:schemeClr val="tx1"/>
            </a:solidFill>
            <a:round/>
            <a:headEnd/>
            <a:tailEnd/>
          </a:ln>
          <a:effectLst/>
        </p:spPr>
        <p:txBody>
          <a:bodyPr/>
          <a:lstStyle/>
          <a:p>
            <a:pPr algn="ctr"/>
            <a:r>
              <a:rPr lang="fr-FR"/>
              <a:t>récurrence</a:t>
            </a:r>
          </a:p>
        </p:txBody>
      </p:sp>
      <p:sp>
        <p:nvSpPr>
          <p:cNvPr id="8" name="Line 5"/>
          <p:cNvSpPr>
            <a:spLocks noChangeShapeType="1"/>
          </p:cNvSpPr>
          <p:nvPr/>
        </p:nvSpPr>
        <p:spPr bwMode="auto">
          <a:xfrm flipV="1">
            <a:off x="1981200" y="5257800"/>
            <a:ext cx="381000" cy="533400"/>
          </a:xfrm>
          <a:prstGeom prst="line">
            <a:avLst/>
          </a:prstGeom>
          <a:noFill/>
          <a:ln w="9525">
            <a:solidFill>
              <a:schemeClr val="tx1"/>
            </a:solidFill>
            <a:round/>
            <a:headEnd/>
            <a:tailEnd/>
          </a:ln>
          <a:effectLst/>
        </p:spPr>
        <p:txBody>
          <a:bodyPr wrap="none"/>
          <a:lstStyle/>
          <a:p>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5"/>
          <p:cNvSpPr>
            <a:spLocks noGrp="1"/>
          </p:cNvSpPr>
          <p:nvPr>
            <p:ph type="sldNum" sz="quarter" idx="12"/>
          </p:nvPr>
        </p:nvSpPr>
        <p:spPr/>
        <p:txBody>
          <a:bodyPr/>
          <a:lstStyle/>
          <a:p>
            <a:fld id="{57C239F8-3D7D-4CE6-9AC2-23EEFFA82A9C}" type="slidenum">
              <a:rPr lang="en-US"/>
              <a:pPr/>
              <a:t>9</a:t>
            </a:fld>
            <a:endParaRPr lang="en-US"/>
          </a:p>
        </p:txBody>
      </p:sp>
      <p:sp>
        <p:nvSpPr>
          <p:cNvPr id="135170"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Factorielle</a:t>
            </a:r>
            <a:endParaRPr lang="en-US"/>
          </a:p>
        </p:txBody>
      </p:sp>
      <p:sp>
        <p:nvSpPr>
          <p:cNvPr id="135171" name="Rectangle 3" descr="Rectangle: Click to edit Master text styles&#10;Second level&#10;Third level&#10;Fourth level&#10;Fifth level"/>
          <p:cNvSpPr>
            <a:spLocks noGrp="1" noChangeArrowheads="1"/>
          </p:cNvSpPr>
          <p:nvPr>
            <p:ph type="body" idx="1"/>
          </p:nvPr>
        </p:nvSpPr>
        <p:spPr>
          <a:xfrm>
            <a:off x="533400" y="1447800"/>
            <a:ext cx="8077200" cy="5029200"/>
          </a:xfrm>
        </p:spPr>
        <p:txBody>
          <a:bodyPr/>
          <a:lstStyle/>
          <a:p>
            <a:pPr>
              <a:lnSpc>
                <a:spcPct val="90000"/>
              </a:lnSpc>
              <a:buNone/>
            </a:pPr>
            <a:r>
              <a:rPr lang="en-US" sz="2800"/>
              <a:t>A:</a:t>
            </a:r>
            <a:r>
              <a:rPr lang="fr-FR" sz="2800"/>
              <a:t>INITIALISATION</a:t>
            </a:r>
            <a:r>
              <a:rPr lang="en-US" sz="2800"/>
              <a:t>:	0!= 1</a:t>
            </a:r>
            <a:endParaRPr lang="en-US" sz="2800" i="1"/>
          </a:p>
          <a:p>
            <a:pPr>
              <a:lnSpc>
                <a:spcPct val="90000"/>
              </a:lnSpc>
              <a:buNone/>
            </a:pPr>
            <a:r>
              <a:rPr lang="en-US" sz="2800"/>
              <a:t>	 RECURRENCE:</a:t>
            </a:r>
            <a:r>
              <a:rPr lang="en-US" sz="2800" i="1"/>
              <a:t> 	n </a:t>
            </a:r>
            <a:r>
              <a:rPr lang="en-US" sz="2800"/>
              <a:t>!=</a:t>
            </a:r>
            <a:r>
              <a:rPr lang="en-US" sz="2800" i="1"/>
              <a:t> n </a:t>
            </a:r>
            <a:r>
              <a:rPr lang="en-US" sz="2800">
                <a:latin typeface="Times New Roman"/>
              </a:rPr>
              <a:t>·</a:t>
            </a:r>
            <a:r>
              <a:rPr lang="en-US" sz="2800" i="1"/>
              <a:t> </a:t>
            </a:r>
            <a:r>
              <a:rPr lang="en-US" sz="2800"/>
              <a:t>(</a:t>
            </a:r>
            <a:r>
              <a:rPr lang="en-US" sz="2800" i="1"/>
              <a:t>n </a:t>
            </a:r>
            <a:r>
              <a:rPr lang="en-US" sz="2800"/>
              <a:t>-1)!</a:t>
            </a:r>
          </a:p>
          <a:p>
            <a:pPr>
              <a:lnSpc>
                <a:spcPct val="90000"/>
              </a:lnSpc>
              <a:buNone/>
            </a:pPr>
            <a:r>
              <a:rPr lang="fr-FR" sz="2800"/>
              <a:t>Pour calculer la valeur d'une fonction récursive, par exemple, 5 !, on se branche sur la définition récursive pour obtenir des expressions impliquant des valeurs d’ordre inférieurs de la fonction, jusqu'à arriver au cas de l’initialisation.</a:t>
            </a:r>
            <a:endParaRPr lang="en-US" sz="2800"/>
          </a:p>
          <a:p>
            <a:pPr>
              <a:lnSpc>
                <a:spcPct val="90000"/>
              </a:lnSpc>
              <a:buFont typeface="Wingdings" pitchFamily="2" charset="2"/>
              <a:buNone/>
            </a:pPr>
            <a:endParaRPr lang="en-US" sz="2800"/>
          </a:p>
          <a:p>
            <a:pPr>
              <a:lnSpc>
                <a:spcPct val="90000"/>
              </a:lnSpc>
              <a:buFont typeface="Wingdings" pitchFamily="2" charset="2"/>
              <a:buNone/>
            </a:pPr>
            <a:endParaRPr lang="en-US" sz="2800"/>
          </a:p>
          <a:p>
            <a:pPr>
              <a:lnSpc>
                <a:spcPct val="90000"/>
              </a:lnSpc>
              <a:buFont typeface="Wingdings" pitchFamily="2" charset="2"/>
              <a:buNone/>
            </a:pPr>
            <a:r>
              <a:rPr lang="en-US" sz="2800"/>
              <a:t>EG:  5! = 5 </a:t>
            </a:r>
            <a:r>
              <a:rPr lang="en-US" sz="2800">
                <a:latin typeface="Times New Roman"/>
              </a:rPr>
              <a:t>·</a:t>
            </a:r>
            <a:r>
              <a:rPr lang="en-US" sz="2800"/>
              <a:t> 4! = 5 </a:t>
            </a:r>
            <a:r>
              <a:rPr lang="en-US" sz="2800">
                <a:latin typeface="Times New Roman"/>
              </a:rPr>
              <a:t>·</a:t>
            </a:r>
            <a:r>
              <a:rPr lang="en-US" sz="2800"/>
              <a:t> 4 </a:t>
            </a:r>
            <a:r>
              <a:rPr lang="en-US" sz="2800">
                <a:latin typeface="Times New Roman"/>
              </a:rPr>
              <a:t>·</a:t>
            </a:r>
            <a:r>
              <a:rPr lang="en-US" sz="2800"/>
              <a:t> 3! </a:t>
            </a:r>
          </a:p>
          <a:p>
            <a:pPr>
              <a:lnSpc>
                <a:spcPct val="90000"/>
              </a:lnSpc>
              <a:buFont typeface="Wingdings" pitchFamily="2" charset="2"/>
              <a:buNone/>
            </a:pPr>
            <a:endParaRPr lang="en-US" sz="2800"/>
          </a:p>
          <a:p>
            <a:pPr>
              <a:lnSpc>
                <a:spcPct val="90000"/>
              </a:lnSpc>
              <a:buFont typeface="Wingdings" pitchFamily="2" charset="2"/>
              <a:buNone/>
            </a:pPr>
            <a:r>
              <a:rPr lang="en-US" sz="2800"/>
              <a:t>   	</a:t>
            </a:r>
          </a:p>
          <a:p>
            <a:pPr>
              <a:lnSpc>
                <a:spcPct val="90000"/>
              </a:lnSpc>
              <a:buFont typeface="Wingdings" pitchFamily="2" charset="2"/>
              <a:buNone/>
            </a:pPr>
            <a:endParaRPr lang="en-US" sz="2800"/>
          </a:p>
        </p:txBody>
      </p:sp>
      <p:sp>
        <p:nvSpPr>
          <p:cNvPr id="135172" name="AutoShape 4"/>
          <p:cNvSpPr>
            <a:spLocks noChangeArrowheads="1"/>
          </p:cNvSpPr>
          <p:nvPr/>
        </p:nvSpPr>
        <p:spPr bwMode="auto">
          <a:xfrm>
            <a:off x="2057400" y="4724400"/>
            <a:ext cx="2590800" cy="609600"/>
          </a:xfrm>
          <a:prstGeom prst="cloudCallout">
            <a:avLst>
              <a:gd name="adj1" fmla="val 28227"/>
              <a:gd name="adj2" fmla="val -11977"/>
            </a:avLst>
          </a:prstGeom>
          <a:solidFill>
            <a:schemeClr val="accent1"/>
          </a:solidFill>
          <a:ln w="9525">
            <a:solidFill>
              <a:schemeClr val="tx1"/>
            </a:solidFill>
            <a:round/>
            <a:headEnd/>
            <a:tailEnd/>
          </a:ln>
          <a:effectLst/>
        </p:spPr>
        <p:txBody>
          <a:bodyPr/>
          <a:lstStyle/>
          <a:p>
            <a:pPr algn="ctr"/>
            <a:r>
              <a:rPr lang="fr-FR"/>
              <a:t>récurrence</a:t>
            </a:r>
          </a:p>
        </p:txBody>
      </p:sp>
      <p:sp>
        <p:nvSpPr>
          <p:cNvPr id="135173" name="Line 5"/>
          <p:cNvSpPr>
            <a:spLocks noChangeShapeType="1"/>
          </p:cNvSpPr>
          <p:nvPr/>
        </p:nvSpPr>
        <p:spPr bwMode="auto">
          <a:xfrm flipV="1">
            <a:off x="1981200" y="5257800"/>
            <a:ext cx="381000" cy="533400"/>
          </a:xfrm>
          <a:prstGeom prst="line">
            <a:avLst/>
          </a:prstGeom>
          <a:noFill/>
          <a:ln w="9525">
            <a:solidFill>
              <a:schemeClr val="tx1"/>
            </a:solidFill>
            <a:round/>
            <a:headEnd/>
            <a:tailEnd/>
          </a:ln>
          <a:effectLst/>
        </p:spPr>
        <p:txBody>
          <a:bodyPr wrap="none"/>
          <a:lstStyle/>
          <a:p>
            <a:endParaRPr lang="fr-FR"/>
          </a:p>
        </p:txBody>
      </p:sp>
      <p:sp>
        <p:nvSpPr>
          <p:cNvPr id="135174" name="Line 6"/>
          <p:cNvSpPr>
            <a:spLocks noChangeShapeType="1"/>
          </p:cNvSpPr>
          <p:nvPr/>
        </p:nvSpPr>
        <p:spPr bwMode="auto">
          <a:xfrm flipH="1" flipV="1">
            <a:off x="3200400" y="5410200"/>
            <a:ext cx="76200" cy="457200"/>
          </a:xfrm>
          <a:prstGeom prst="line">
            <a:avLst/>
          </a:prstGeom>
          <a:noFill/>
          <a:ln w="9525">
            <a:solidFill>
              <a:schemeClr val="tx1"/>
            </a:solidFill>
            <a:round/>
            <a:headEnd/>
            <a:tailEnd/>
          </a:ln>
          <a:effectLst/>
        </p:spPr>
        <p:txBody>
          <a:bodyPr wrap="none"/>
          <a:lstStyle/>
          <a:p>
            <a:endParaRPr lang="fr-F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numéro de diapositive 5"/>
          <p:cNvSpPr>
            <a:spLocks noGrp="1"/>
          </p:cNvSpPr>
          <p:nvPr>
            <p:ph type="sldNum" sz="quarter" idx="12"/>
          </p:nvPr>
        </p:nvSpPr>
        <p:spPr/>
        <p:txBody>
          <a:bodyPr/>
          <a:lstStyle/>
          <a:p>
            <a:fld id="{A6431733-73EA-4978-8D51-DDD12646B678}" type="slidenum">
              <a:rPr lang="en-US"/>
              <a:pPr/>
              <a:t>10</a:t>
            </a:fld>
            <a:endParaRPr lang="en-US"/>
          </a:p>
        </p:txBody>
      </p:sp>
      <p:sp>
        <p:nvSpPr>
          <p:cNvPr id="136194"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Factorielle</a:t>
            </a:r>
            <a:endParaRPr lang="en-US"/>
          </a:p>
        </p:txBody>
      </p:sp>
      <p:sp>
        <p:nvSpPr>
          <p:cNvPr id="136195" name="Rectangle 3" descr="Rectangle: Click to edit Master text styles&#10;Second level&#10;Third level&#10;Fourth level&#10;Fifth level"/>
          <p:cNvSpPr>
            <a:spLocks noGrp="1" noChangeArrowheads="1"/>
          </p:cNvSpPr>
          <p:nvPr>
            <p:ph type="body" idx="1"/>
          </p:nvPr>
        </p:nvSpPr>
        <p:spPr>
          <a:xfrm>
            <a:off x="533400" y="1447800"/>
            <a:ext cx="8077200" cy="5029200"/>
          </a:xfrm>
        </p:spPr>
        <p:txBody>
          <a:bodyPr/>
          <a:lstStyle/>
          <a:p>
            <a:pPr>
              <a:lnSpc>
                <a:spcPct val="90000"/>
              </a:lnSpc>
              <a:buNone/>
            </a:pPr>
            <a:r>
              <a:rPr lang="en-US" sz="2800"/>
              <a:t>A:</a:t>
            </a:r>
            <a:r>
              <a:rPr lang="fr-FR" sz="2800"/>
              <a:t>INITIALISATION</a:t>
            </a:r>
            <a:r>
              <a:rPr lang="en-US" sz="2800"/>
              <a:t>:	0!= 1</a:t>
            </a:r>
            <a:endParaRPr lang="en-US" sz="2800" i="1"/>
          </a:p>
          <a:p>
            <a:pPr>
              <a:lnSpc>
                <a:spcPct val="90000"/>
              </a:lnSpc>
              <a:buNone/>
            </a:pPr>
            <a:r>
              <a:rPr lang="en-US" sz="2800"/>
              <a:t>	 RECURRENCE:</a:t>
            </a:r>
            <a:r>
              <a:rPr lang="en-US" sz="2800" i="1"/>
              <a:t> 	n </a:t>
            </a:r>
            <a:r>
              <a:rPr lang="en-US" sz="2800"/>
              <a:t>!=</a:t>
            </a:r>
            <a:r>
              <a:rPr lang="en-US" sz="2800" i="1"/>
              <a:t> n </a:t>
            </a:r>
            <a:r>
              <a:rPr lang="en-US" sz="2800">
                <a:latin typeface="Times New Roman"/>
              </a:rPr>
              <a:t>·</a:t>
            </a:r>
            <a:r>
              <a:rPr lang="en-US" sz="2800" i="1"/>
              <a:t> </a:t>
            </a:r>
            <a:r>
              <a:rPr lang="en-US" sz="2800"/>
              <a:t>(</a:t>
            </a:r>
            <a:r>
              <a:rPr lang="en-US" sz="2800" i="1"/>
              <a:t>n </a:t>
            </a:r>
            <a:r>
              <a:rPr lang="en-US" sz="2800"/>
              <a:t>-1)!</a:t>
            </a:r>
          </a:p>
          <a:p>
            <a:pPr>
              <a:lnSpc>
                <a:spcPct val="90000"/>
              </a:lnSpc>
              <a:buNone/>
            </a:pPr>
            <a:r>
              <a:rPr lang="fr-FR" sz="2800"/>
              <a:t>Pour calculer la valeur d'une fonction récursive, par exemple, 5 !, on se branche sur la définition récursive pour obtenir des expressions impliquant des valeurs d’ordre inférieurs de la fonction, jusqu'à arriver au cas de l’initialisation.</a:t>
            </a:r>
            <a:endParaRPr lang="en-US" sz="2800"/>
          </a:p>
          <a:p>
            <a:pPr>
              <a:lnSpc>
                <a:spcPct val="90000"/>
              </a:lnSpc>
              <a:buFont typeface="Wingdings" pitchFamily="2" charset="2"/>
              <a:buNone/>
            </a:pPr>
            <a:endParaRPr lang="en-US" sz="2800"/>
          </a:p>
          <a:p>
            <a:pPr>
              <a:lnSpc>
                <a:spcPct val="90000"/>
              </a:lnSpc>
              <a:buFont typeface="Wingdings" pitchFamily="2" charset="2"/>
              <a:buNone/>
            </a:pPr>
            <a:endParaRPr lang="en-US" sz="2800"/>
          </a:p>
          <a:p>
            <a:pPr>
              <a:lnSpc>
                <a:spcPct val="90000"/>
              </a:lnSpc>
              <a:buFont typeface="Wingdings" pitchFamily="2" charset="2"/>
              <a:buNone/>
            </a:pPr>
            <a:r>
              <a:rPr lang="en-US" sz="2800"/>
              <a:t>EG:  5! = 5 </a:t>
            </a:r>
            <a:r>
              <a:rPr lang="en-US" sz="2800">
                <a:latin typeface="Times New Roman"/>
              </a:rPr>
              <a:t>·</a:t>
            </a:r>
            <a:r>
              <a:rPr lang="en-US" sz="2800"/>
              <a:t> 4! = 5 </a:t>
            </a:r>
            <a:r>
              <a:rPr lang="en-US" sz="2800">
                <a:latin typeface="Times New Roman"/>
              </a:rPr>
              <a:t>·</a:t>
            </a:r>
            <a:r>
              <a:rPr lang="en-US" sz="2800"/>
              <a:t> 4 </a:t>
            </a:r>
            <a:r>
              <a:rPr lang="en-US" sz="2800">
                <a:latin typeface="Times New Roman"/>
              </a:rPr>
              <a:t>·</a:t>
            </a:r>
            <a:r>
              <a:rPr lang="en-US" sz="2800"/>
              <a:t> 3!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a:t>
            </a:r>
          </a:p>
          <a:p>
            <a:pPr>
              <a:lnSpc>
                <a:spcPct val="90000"/>
              </a:lnSpc>
              <a:buFont typeface="Wingdings" pitchFamily="2" charset="2"/>
              <a:buNone/>
            </a:pPr>
            <a:r>
              <a:rPr lang="en-US" sz="2800"/>
              <a:t>		   </a:t>
            </a:r>
          </a:p>
          <a:p>
            <a:pPr>
              <a:lnSpc>
                <a:spcPct val="90000"/>
              </a:lnSpc>
              <a:buFont typeface="Wingdings" pitchFamily="2" charset="2"/>
              <a:buNone/>
            </a:pPr>
            <a:r>
              <a:rPr lang="en-US" sz="2800"/>
              <a:t>   	</a:t>
            </a:r>
          </a:p>
          <a:p>
            <a:pPr>
              <a:lnSpc>
                <a:spcPct val="90000"/>
              </a:lnSpc>
              <a:buFont typeface="Wingdings" pitchFamily="2" charset="2"/>
              <a:buNone/>
            </a:pPr>
            <a:endParaRPr lang="en-US" sz="2800"/>
          </a:p>
        </p:txBody>
      </p:sp>
      <p:sp>
        <p:nvSpPr>
          <p:cNvPr id="136196" name="AutoShape 4"/>
          <p:cNvSpPr>
            <a:spLocks noChangeArrowheads="1"/>
          </p:cNvSpPr>
          <p:nvPr/>
        </p:nvSpPr>
        <p:spPr bwMode="auto">
          <a:xfrm>
            <a:off x="2057400" y="4724400"/>
            <a:ext cx="2590800" cy="609600"/>
          </a:xfrm>
          <a:prstGeom prst="cloudCallout">
            <a:avLst>
              <a:gd name="adj1" fmla="val 28227"/>
              <a:gd name="adj2" fmla="val -11977"/>
            </a:avLst>
          </a:prstGeom>
          <a:solidFill>
            <a:schemeClr val="accent1"/>
          </a:solidFill>
          <a:ln w="9525">
            <a:solidFill>
              <a:schemeClr val="tx1"/>
            </a:solidFill>
            <a:round/>
            <a:headEnd/>
            <a:tailEnd/>
          </a:ln>
          <a:effectLst/>
        </p:spPr>
        <p:txBody>
          <a:bodyPr/>
          <a:lstStyle/>
          <a:p>
            <a:pPr algn="ctr"/>
            <a:r>
              <a:rPr lang="fr-FR"/>
              <a:t>récurrence</a:t>
            </a:r>
          </a:p>
        </p:txBody>
      </p:sp>
      <p:sp>
        <p:nvSpPr>
          <p:cNvPr id="136197" name="Line 5"/>
          <p:cNvSpPr>
            <a:spLocks noChangeShapeType="1"/>
          </p:cNvSpPr>
          <p:nvPr/>
        </p:nvSpPr>
        <p:spPr bwMode="auto">
          <a:xfrm flipV="1">
            <a:off x="1981200" y="5257800"/>
            <a:ext cx="381000" cy="533400"/>
          </a:xfrm>
          <a:prstGeom prst="line">
            <a:avLst/>
          </a:prstGeom>
          <a:noFill/>
          <a:ln w="9525">
            <a:solidFill>
              <a:schemeClr val="tx1"/>
            </a:solidFill>
            <a:round/>
            <a:headEnd/>
            <a:tailEnd/>
          </a:ln>
          <a:effectLst/>
        </p:spPr>
        <p:txBody>
          <a:bodyPr wrap="none"/>
          <a:lstStyle/>
          <a:p>
            <a:endParaRPr lang="fr-FR"/>
          </a:p>
        </p:txBody>
      </p:sp>
      <p:sp>
        <p:nvSpPr>
          <p:cNvPr id="136198" name="Line 6"/>
          <p:cNvSpPr>
            <a:spLocks noChangeShapeType="1"/>
          </p:cNvSpPr>
          <p:nvPr/>
        </p:nvSpPr>
        <p:spPr bwMode="auto">
          <a:xfrm flipH="1" flipV="1">
            <a:off x="3200400" y="5410200"/>
            <a:ext cx="76200" cy="457200"/>
          </a:xfrm>
          <a:prstGeom prst="line">
            <a:avLst/>
          </a:prstGeom>
          <a:noFill/>
          <a:ln w="9525">
            <a:solidFill>
              <a:schemeClr val="tx1"/>
            </a:solidFill>
            <a:round/>
            <a:headEnd/>
            <a:tailEnd/>
          </a:ln>
          <a:effectLst/>
        </p:spPr>
        <p:txBody>
          <a:bodyPr wrap="none"/>
          <a:lstStyle/>
          <a:p>
            <a:endParaRPr lang="fr-FR"/>
          </a:p>
        </p:txBody>
      </p:sp>
      <p:sp>
        <p:nvSpPr>
          <p:cNvPr id="136200" name="Line 8"/>
          <p:cNvSpPr>
            <a:spLocks noChangeShapeType="1"/>
          </p:cNvSpPr>
          <p:nvPr/>
        </p:nvSpPr>
        <p:spPr bwMode="auto">
          <a:xfrm>
            <a:off x="3962400" y="5257800"/>
            <a:ext cx="1143000" cy="609600"/>
          </a:xfrm>
          <a:prstGeom prst="line">
            <a:avLst/>
          </a:prstGeom>
          <a:noFill/>
          <a:ln w="9525">
            <a:solidFill>
              <a:schemeClr val="tx1"/>
            </a:solidFill>
            <a:round/>
            <a:headEnd/>
            <a:tailEnd/>
          </a:ln>
          <a:effectLst/>
        </p:spPr>
        <p:txBody>
          <a:bodyPr wrap="none"/>
          <a:lstStyle/>
          <a:p>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numéro de diapositive 5"/>
          <p:cNvSpPr>
            <a:spLocks noGrp="1"/>
          </p:cNvSpPr>
          <p:nvPr>
            <p:ph type="sldNum" sz="quarter" idx="12"/>
          </p:nvPr>
        </p:nvSpPr>
        <p:spPr/>
        <p:txBody>
          <a:bodyPr/>
          <a:lstStyle/>
          <a:p>
            <a:fld id="{A252A59E-EC61-49D5-AE5D-05F7E1855572}" type="slidenum">
              <a:rPr lang="en-US"/>
              <a:pPr/>
              <a:t>11</a:t>
            </a:fld>
            <a:endParaRPr lang="en-US"/>
          </a:p>
        </p:txBody>
      </p:sp>
      <p:sp>
        <p:nvSpPr>
          <p:cNvPr id="137218"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Factorielle</a:t>
            </a:r>
            <a:endParaRPr lang="en-US"/>
          </a:p>
        </p:txBody>
      </p:sp>
      <p:sp>
        <p:nvSpPr>
          <p:cNvPr id="137219" name="Rectangle 3" descr="Rectangle: Click to edit Master text styles&#10;Second level&#10;Third level&#10;Fourth level&#10;Fifth level"/>
          <p:cNvSpPr>
            <a:spLocks noGrp="1" noChangeArrowheads="1"/>
          </p:cNvSpPr>
          <p:nvPr>
            <p:ph type="body" idx="1"/>
          </p:nvPr>
        </p:nvSpPr>
        <p:spPr>
          <a:xfrm>
            <a:off x="533400" y="1447800"/>
            <a:ext cx="8077200" cy="5029200"/>
          </a:xfrm>
        </p:spPr>
        <p:txBody>
          <a:bodyPr/>
          <a:lstStyle/>
          <a:p>
            <a:pPr>
              <a:lnSpc>
                <a:spcPct val="90000"/>
              </a:lnSpc>
              <a:buNone/>
            </a:pPr>
            <a:r>
              <a:rPr lang="en-US" sz="2800"/>
              <a:t>A:</a:t>
            </a:r>
            <a:r>
              <a:rPr lang="fr-FR" sz="2800"/>
              <a:t>INITIALISATION</a:t>
            </a:r>
            <a:r>
              <a:rPr lang="en-US" sz="2800"/>
              <a:t>:	0!= 1</a:t>
            </a:r>
            <a:endParaRPr lang="en-US" sz="2800" i="1"/>
          </a:p>
          <a:p>
            <a:pPr>
              <a:lnSpc>
                <a:spcPct val="90000"/>
              </a:lnSpc>
              <a:buNone/>
            </a:pPr>
            <a:r>
              <a:rPr lang="en-US" sz="2800"/>
              <a:t>	 RECURRENCE:</a:t>
            </a:r>
            <a:r>
              <a:rPr lang="en-US" sz="2800" i="1"/>
              <a:t> 	n </a:t>
            </a:r>
            <a:r>
              <a:rPr lang="en-US" sz="2800"/>
              <a:t>!=</a:t>
            </a:r>
            <a:r>
              <a:rPr lang="en-US" sz="2800" i="1"/>
              <a:t> n </a:t>
            </a:r>
            <a:r>
              <a:rPr lang="en-US" sz="2800">
                <a:latin typeface="Times New Roman"/>
              </a:rPr>
              <a:t>·</a:t>
            </a:r>
            <a:r>
              <a:rPr lang="en-US" sz="2800" i="1"/>
              <a:t> </a:t>
            </a:r>
            <a:r>
              <a:rPr lang="en-US" sz="2800"/>
              <a:t>(</a:t>
            </a:r>
            <a:r>
              <a:rPr lang="en-US" sz="2800" i="1"/>
              <a:t>n </a:t>
            </a:r>
            <a:r>
              <a:rPr lang="en-US" sz="2800"/>
              <a:t>-1)!</a:t>
            </a:r>
          </a:p>
          <a:p>
            <a:pPr>
              <a:lnSpc>
                <a:spcPct val="90000"/>
              </a:lnSpc>
              <a:buNone/>
            </a:pPr>
            <a:r>
              <a:rPr lang="fr-FR" sz="2800"/>
              <a:t>Pour calculer la valeur d'une fonction récursive, par exemple, 5 !, on se branche sur la définition récursive pour obtenir des expressions impliquant des valeurs d’ordre inférieurs de la fonction, jusqu'à arriver au cas de l’initialisation.</a:t>
            </a:r>
            <a:endParaRPr lang="en-US" sz="2800"/>
          </a:p>
          <a:p>
            <a:pPr>
              <a:lnSpc>
                <a:spcPct val="90000"/>
              </a:lnSpc>
              <a:buFont typeface="Wingdings" pitchFamily="2" charset="2"/>
              <a:buNone/>
            </a:pPr>
            <a:endParaRPr lang="en-US" sz="2800"/>
          </a:p>
          <a:p>
            <a:pPr>
              <a:lnSpc>
                <a:spcPct val="90000"/>
              </a:lnSpc>
              <a:buFont typeface="Wingdings" pitchFamily="2" charset="2"/>
              <a:buNone/>
            </a:pPr>
            <a:endParaRPr lang="en-US" sz="2800"/>
          </a:p>
          <a:p>
            <a:pPr>
              <a:lnSpc>
                <a:spcPct val="90000"/>
              </a:lnSpc>
              <a:buFont typeface="Wingdings" pitchFamily="2" charset="2"/>
              <a:buNone/>
            </a:pPr>
            <a:r>
              <a:rPr lang="en-US" sz="2800"/>
              <a:t>EG:  5! = 5 </a:t>
            </a:r>
            <a:r>
              <a:rPr lang="en-US" sz="2800">
                <a:latin typeface="Times New Roman"/>
              </a:rPr>
              <a:t>·</a:t>
            </a:r>
            <a:r>
              <a:rPr lang="en-US" sz="2800"/>
              <a:t> 4! = 5 </a:t>
            </a:r>
            <a:r>
              <a:rPr lang="en-US" sz="2800">
                <a:latin typeface="Times New Roman"/>
              </a:rPr>
              <a:t>·</a:t>
            </a:r>
            <a:r>
              <a:rPr lang="en-US" sz="2800"/>
              <a:t> 4 </a:t>
            </a:r>
            <a:r>
              <a:rPr lang="en-US" sz="2800">
                <a:latin typeface="Times New Roman"/>
              </a:rPr>
              <a:t>·</a:t>
            </a:r>
            <a:r>
              <a:rPr lang="en-US" sz="2800"/>
              <a:t> 3!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a:t>
            </a:r>
          </a:p>
          <a:p>
            <a:pPr>
              <a:lnSpc>
                <a:spcPct val="90000"/>
              </a:lnSpc>
              <a:buFont typeface="Wingdings" pitchFamily="2" charset="2"/>
              <a:buNone/>
            </a:pPr>
            <a:r>
              <a:rPr lang="en-US" sz="2800"/>
              <a:t>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 </a:t>
            </a:r>
            <a:r>
              <a:rPr lang="en-US" sz="2800">
                <a:latin typeface="Times New Roman"/>
              </a:rPr>
              <a:t>·</a:t>
            </a:r>
            <a:r>
              <a:rPr lang="en-US" sz="2800"/>
              <a:t> 1!</a:t>
            </a:r>
          </a:p>
          <a:p>
            <a:pPr>
              <a:lnSpc>
                <a:spcPct val="90000"/>
              </a:lnSpc>
              <a:buFont typeface="Wingdings" pitchFamily="2" charset="2"/>
              <a:buNone/>
            </a:pPr>
            <a:r>
              <a:rPr lang="en-US" sz="2800"/>
              <a:t>   	</a:t>
            </a:r>
          </a:p>
          <a:p>
            <a:pPr>
              <a:lnSpc>
                <a:spcPct val="90000"/>
              </a:lnSpc>
              <a:buFont typeface="Wingdings" pitchFamily="2" charset="2"/>
              <a:buNone/>
            </a:pPr>
            <a:endParaRPr lang="en-US" sz="2800"/>
          </a:p>
        </p:txBody>
      </p:sp>
      <p:sp>
        <p:nvSpPr>
          <p:cNvPr id="137220" name="AutoShape 4"/>
          <p:cNvSpPr>
            <a:spLocks noChangeArrowheads="1"/>
          </p:cNvSpPr>
          <p:nvPr/>
        </p:nvSpPr>
        <p:spPr bwMode="auto">
          <a:xfrm>
            <a:off x="2057400" y="4724400"/>
            <a:ext cx="2514600" cy="609600"/>
          </a:xfrm>
          <a:prstGeom prst="cloudCallout">
            <a:avLst>
              <a:gd name="adj1" fmla="val 28227"/>
              <a:gd name="adj2" fmla="val -11977"/>
            </a:avLst>
          </a:prstGeom>
          <a:solidFill>
            <a:schemeClr val="accent1"/>
          </a:solidFill>
          <a:ln w="9525">
            <a:solidFill>
              <a:schemeClr val="tx1"/>
            </a:solidFill>
            <a:round/>
            <a:headEnd/>
            <a:tailEnd/>
          </a:ln>
          <a:effectLst/>
        </p:spPr>
        <p:txBody>
          <a:bodyPr/>
          <a:lstStyle/>
          <a:p>
            <a:pPr algn="ctr"/>
            <a:r>
              <a:rPr lang="fr-FR"/>
              <a:t>récurrence</a:t>
            </a:r>
          </a:p>
        </p:txBody>
      </p:sp>
      <p:sp>
        <p:nvSpPr>
          <p:cNvPr id="137221" name="Line 5"/>
          <p:cNvSpPr>
            <a:spLocks noChangeShapeType="1"/>
          </p:cNvSpPr>
          <p:nvPr/>
        </p:nvSpPr>
        <p:spPr bwMode="auto">
          <a:xfrm flipV="1">
            <a:off x="1981200" y="5257800"/>
            <a:ext cx="381000" cy="533400"/>
          </a:xfrm>
          <a:prstGeom prst="line">
            <a:avLst/>
          </a:prstGeom>
          <a:noFill/>
          <a:ln w="9525">
            <a:solidFill>
              <a:schemeClr val="tx1"/>
            </a:solidFill>
            <a:round/>
            <a:headEnd/>
            <a:tailEnd/>
          </a:ln>
          <a:effectLst/>
        </p:spPr>
        <p:txBody>
          <a:bodyPr wrap="none"/>
          <a:lstStyle/>
          <a:p>
            <a:endParaRPr lang="fr-FR"/>
          </a:p>
        </p:txBody>
      </p:sp>
      <p:sp>
        <p:nvSpPr>
          <p:cNvPr id="137222" name="Line 6"/>
          <p:cNvSpPr>
            <a:spLocks noChangeShapeType="1"/>
          </p:cNvSpPr>
          <p:nvPr/>
        </p:nvSpPr>
        <p:spPr bwMode="auto">
          <a:xfrm flipH="1" flipV="1">
            <a:off x="3200400" y="5334000"/>
            <a:ext cx="76200" cy="457200"/>
          </a:xfrm>
          <a:prstGeom prst="line">
            <a:avLst/>
          </a:prstGeom>
          <a:noFill/>
          <a:ln w="9525">
            <a:solidFill>
              <a:schemeClr val="tx1"/>
            </a:solidFill>
            <a:round/>
            <a:headEnd/>
            <a:tailEnd/>
          </a:ln>
          <a:effectLst/>
        </p:spPr>
        <p:txBody>
          <a:bodyPr wrap="none"/>
          <a:lstStyle/>
          <a:p>
            <a:endParaRPr lang="fr-FR"/>
          </a:p>
        </p:txBody>
      </p:sp>
      <p:sp>
        <p:nvSpPr>
          <p:cNvPr id="137223" name="Line 7"/>
          <p:cNvSpPr>
            <a:spLocks noChangeShapeType="1"/>
          </p:cNvSpPr>
          <p:nvPr/>
        </p:nvSpPr>
        <p:spPr bwMode="auto">
          <a:xfrm flipV="1">
            <a:off x="2133600" y="5334000"/>
            <a:ext cx="685800" cy="990600"/>
          </a:xfrm>
          <a:prstGeom prst="line">
            <a:avLst/>
          </a:prstGeom>
          <a:noFill/>
          <a:ln w="9525">
            <a:solidFill>
              <a:schemeClr val="tx1"/>
            </a:solidFill>
            <a:round/>
            <a:headEnd/>
            <a:tailEnd/>
          </a:ln>
          <a:effectLst/>
        </p:spPr>
        <p:txBody>
          <a:bodyPr wrap="none"/>
          <a:lstStyle/>
          <a:p>
            <a:endParaRPr lang="fr-FR"/>
          </a:p>
        </p:txBody>
      </p:sp>
      <p:sp>
        <p:nvSpPr>
          <p:cNvPr id="137224" name="Line 8"/>
          <p:cNvSpPr>
            <a:spLocks noChangeShapeType="1"/>
          </p:cNvSpPr>
          <p:nvPr/>
        </p:nvSpPr>
        <p:spPr bwMode="auto">
          <a:xfrm>
            <a:off x="3962400" y="5257800"/>
            <a:ext cx="1143000" cy="609600"/>
          </a:xfrm>
          <a:prstGeom prst="line">
            <a:avLst/>
          </a:prstGeom>
          <a:noFill/>
          <a:ln w="9525">
            <a:solidFill>
              <a:schemeClr val="tx1"/>
            </a:solidFill>
            <a:round/>
            <a:headEnd/>
            <a:tailEnd/>
          </a:ln>
          <a:effectLst/>
        </p:spPr>
        <p:txBody>
          <a:bodyPr wrap="none"/>
          <a:lstStyle/>
          <a:p>
            <a:endParaRPr lang="fr-F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numéro de diapositive 5"/>
          <p:cNvSpPr>
            <a:spLocks noGrp="1"/>
          </p:cNvSpPr>
          <p:nvPr>
            <p:ph type="sldNum" sz="quarter" idx="12"/>
          </p:nvPr>
        </p:nvSpPr>
        <p:spPr/>
        <p:txBody>
          <a:bodyPr/>
          <a:lstStyle/>
          <a:p>
            <a:fld id="{C7C95B61-9B41-46D5-BAD7-9495E5A3F594}" type="slidenum">
              <a:rPr lang="en-US"/>
              <a:pPr/>
              <a:t>12</a:t>
            </a:fld>
            <a:endParaRPr lang="en-US"/>
          </a:p>
        </p:txBody>
      </p:sp>
      <p:sp>
        <p:nvSpPr>
          <p:cNvPr id="131074"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Factorielle</a:t>
            </a:r>
            <a:endParaRPr lang="en-US"/>
          </a:p>
        </p:txBody>
      </p:sp>
      <p:sp>
        <p:nvSpPr>
          <p:cNvPr id="131075" name="Rectangle 3" descr="Rectangle: Click to edit Master text styles&#10;Second level&#10;Third level&#10;Fourth level&#10;Fifth level"/>
          <p:cNvSpPr>
            <a:spLocks noGrp="1" noChangeArrowheads="1"/>
          </p:cNvSpPr>
          <p:nvPr>
            <p:ph type="body" idx="1"/>
          </p:nvPr>
        </p:nvSpPr>
        <p:spPr>
          <a:xfrm>
            <a:off x="533400" y="1447800"/>
            <a:ext cx="8077200" cy="5029200"/>
          </a:xfrm>
        </p:spPr>
        <p:txBody>
          <a:bodyPr/>
          <a:lstStyle/>
          <a:p>
            <a:pPr>
              <a:lnSpc>
                <a:spcPct val="90000"/>
              </a:lnSpc>
              <a:buNone/>
            </a:pPr>
            <a:r>
              <a:rPr lang="en-US" sz="2800"/>
              <a:t>A:</a:t>
            </a:r>
            <a:r>
              <a:rPr lang="fr-FR" sz="2800"/>
              <a:t>INITIALISATION</a:t>
            </a:r>
            <a:r>
              <a:rPr lang="en-US" sz="2800"/>
              <a:t>:	0!= 1</a:t>
            </a:r>
            <a:endParaRPr lang="en-US" sz="2800" i="1"/>
          </a:p>
          <a:p>
            <a:pPr>
              <a:lnSpc>
                <a:spcPct val="90000"/>
              </a:lnSpc>
              <a:buNone/>
            </a:pPr>
            <a:r>
              <a:rPr lang="en-US" sz="2800"/>
              <a:t>	 RECURRENCE:</a:t>
            </a:r>
            <a:r>
              <a:rPr lang="en-US" sz="2800" i="1"/>
              <a:t> 	n </a:t>
            </a:r>
            <a:r>
              <a:rPr lang="en-US" sz="2800"/>
              <a:t>!=</a:t>
            </a:r>
            <a:r>
              <a:rPr lang="en-US" sz="2800" i="1"/>
              <a:t> n </a:t>
            </a:r>
            <a:r>
              <a:rPr lang="en-US" sz="2800">
                <a:latin typeface="Times New Roman"/>
              </a:rPr>
              <a:t>·</a:t>
            </a:r>
            <a:r>
              <a:rPr lang="en-US" sz="2800" i="1"/>
              <a:t> </a:t>
            </a:r>
            <a:r>
              <a:rPr lang="en-US" sz="2800"/>
              <a:t>(</a:t>
            </a:r>
            <a:r>
              <a:rPr lang="en-US" sz="2800" i="1"/>
              <a:t>n </a:t>
            </a:r>
            <a:r>
              <a:rPr lang="en-US" sz="2800"/>
              <a:t>-1)!</a:t>
            </a:r>
          </a:p>
          <a:p>
            <a:pPr>
              <a:lnSpc>
                <a:spcPct val="90000"/>
              </a:lnSpc>
              <a:buNone/>
            </a:pPr>
            <a:r>
              <a:rPr lang="fr-FR" sz="2800"/>
              <a:t>Pour calculer la valeur d'une fonction récursive, par exemple, 5 !, on se branche sur la définition récursive pour obtenir des expressions impliquant des valeurs d’ordre inférieurs de la fonction, jusqu'à arriver au cas de l’initialisation.</a:t>
            </a:r>
            <a:endParaRPr lang="en-US" sz="2800"/>
          </a:p>
          <a:p>
            <a:pPr>
              <a:lnSpc>
                <a:spcPct val="90000"/>
              </a:lnSpc>
              <a:buFont typeface="Wingdings" pitchFamily="2" charset="2"/>
              <a:buNone/>
            </a:pPr>
            <a:endParaRPr lang="en-US" sz="2800"/>
          </a:p>
          <a:p>
            <a:pPr>
              <a:lnSpc>
                <a:spcPct val="90000"/>
              </a:lnSpc>
              <a:buFont typeface="Wingdings" pitchFamily="2" charset="2"/>
              <a:buNone/>
            </a:pPr>
            <a:endParaRPr lang="en-US" sz="2800"/>
          </a:p>
          <a:p>
            <a:pPr>
              <a:lnSpc>
                <a:spcPct val="90000"/>
              </a:lnSpc>
              <a:buFont typeface="Wingdings" pitchFamily="2" charset="2"/>
              <a:buNone/>
            </a:pPr>
            <a:r>
              <a:rPr lang="en-US" sz="2800"/>
              <a:t>EG:  5! = 5 </a:t>
            </a:r>
            <a:r>
              <a:rPr lang="en-US" sz="2800">
                <a:latin typeface="Times New Roman"/>
              </a:rPr>
              <a:t>·</a:t>
            </a:r>
            <a:r>
              <a:rPr lang="en-US" sz="2800"/>
              <a:t> 4! = 5 </a:t>
            </a:r>
            <a:r>
              <a:rPr lang="en-US" sz="2800">
                <a:latin typeface="Times New Roman"/>
              </a:rPr>
              <a:t>·</a:t>
            </a:r>
            <a:r>
              <a:rPr lang="en-US" sz="2800"/>
              <a:t> 4 </a:t>
            </a:r>
            <a:r>
              <a:rPr lang="en-US" sz="2800">
                <a:latin typeface="Times New Roman"/>
              </a:rPr>
              <a:t>·</a:t>
            </a:r>
            <a:r>
              <a:rPr lang="en-US" sz="2800"/>
              <a:t> 3!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a:t>
            </a:r>
          </a:p>
          <a:p>
            <a:pPr>
              <a:lnSpc>
                <a:spcPct val="90000"/>
              </a:lnSpc>
              <a:buFont typeface="Wingdings" pitchFamily="2" charset="2"/>
              <a:buNone/>
            </a:pPr>
            <a:r>
              <a:rPr lang="en-US" sz="2800"/>
              <a:t>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 </a:t>
            </a:r>
            <a:r>
              <a:rPr lang="en-US" sz="2800">
                <a:latin typeface="Times New Roman"/>
              </a:rPr>
              <a:t>·</a:t>
            </a:r>
            <a:r>
              <a:rPr lang="en-US" sz="2800"/>
              <a:t> 1!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 </a:t>
            </a:r>
            <a:r>
              <a:rPr lang="en-US" sz="2800">
                <a:latin typeface="Times New Roman"/>
              </a:rPr>
              <a:t>·</a:t>
            </a:r>
            <a:r>
              <a:rPr lang="en-US" sz="2800"/>
              <a:t> 1 </a:t>
            </a:r>
            <a:r>
              <a:rPr lang="en-US" sz="2800">
                <a:latin typeface="Times New Roman"/>
              </a:rPr>
              <a:t>·</a:t>
            </a:r>
            <a:r>
              <a:rPr lang="en-US" sz="2800"/>
              <a:t> 0!   	</a:t>
            </a:r>
          </a:p>
          <a:p>
            <a:pPr>
              <a:lnSpc>
                <a:spcPct val="90000"/>
              </a:lnSpc>
              <a:buFont typeface="Wingdings" pitchFamily="2" charset="2"/>
              <a:buNone/>
            </a:pPr>
            <a:endParaRPr lang="en-US" sz="2800"/>
          </a:p>
        </p:txBody>
      </p:sp>
      <p:sp>
        <p:nvSpPr>
          <p:cNvPr id="131076" name="AutoShape 4"/>
          <p:cNvSpPr>
            <a:spLocks noChangeArrowheads="1"/>
          </p:cNvSpPr>
          <p:nvPr/>
        </p:nvSpPr>
        <p:spPr bwMode="auto">
          <a:xfrm>
            <a:off x="2057400" y="4724400"/>
            <a:ext cx="2743200" cy="609600"/>
          </a:xfrm>
          <a:prstGeom prst="cloudCallout">
            <a:avLst>
              <a:gd name="adj1" fmla="val 28227"/>
              <a:gd name="adj2" fmla="val -11977"/>
            </a:avLst>
          </a:prstGeom>
          <a:solidFill>
            <a:schemeClr val="accent1"/>
          </a:solidFill>
          <a:ln w="9525">
            <a:solidFill>
              <a:schemeClr val="tx1"/>
            </a:solidFill>
            <a:round/>
            <a:headEnd/>
            <a:tailEnd/>
          </a:ln>
          <a:effectLst/>
        </p:spPr>
        <p:txBody>
          <a:bodyPr/>
          <a:lstStyle/>
          <a:p>
            <a:pPr algn="ctr"/>
            <a:r>
              <a:rPr lang="fr-FR"/>
              <a:t>récurrence</a:t>
            </a:r>
          </a:p>
        </p:txBody>
      </p:sp>
      <p:sp>
        <p:nvSpPr>
          <p:cNvPr id="131077" name="Line 5"/>
          <p:cNvSpPr>
            <a:spLocks noChangeShapeType="1"/>
          </p:cNvSpPr>
          <p:nvPr/>
        </p:nvSpPr>
        <p:spPr bwMode="auto">
          <a:xfrm flipV="1">
            <a:off x="1981200" y="5257800"/>
            <a:ext cx="381000" cy="533400"/>
          </a:xfrm>
          <a:prstGeom prst="line">
            <a:avLst/>
          </a:prstGeom>
          <a:noFill/>
          <a:ln w="9525">
            <a:solidFill>
              <a:schemeClr val="tx1"/>
            </a:solidFill>
            <a:round/>
            <a:headEnd/>
            <a:tailEnd/>
          </a:ln>
          <a:effectLst/>
        </p:spPr>
        <p:txBody>
          <a:bodyPr wrap="none"/>
          <a:lstStyle/>
          <a:p>
            <a:endParaRPr lang="fr-FR"/>
          </a:p>
        </p:txBody>
      </p:sp>
      <p:sp>
        <p:nvSpPr>
          <p:cNvPr id="131078" name="Line 6"/>
          <p:cNvSpPr>
            <a:spLocks noChangeShapeType="1"/>
          </p:cNvSpPr>
          <p:nvPr/>
        </p:nvSpPr>
        <p:spPr bwMode="auto">
          <a:xfrm flipH="1" flipV="1">
            <a:off x="3200400" y="5334000"/>
            <a:ext cx="76200" cy="457200"/>
          </a:xfrm>
          <a:prstGeom prst="line">
            <a:avLst/>
          </a:prstGeom>
          <a:noFill/>
          <a:ln w="9525">
            <a:solidFill>
              <a:schemeClr val="tx1"/>
            </a:solidFill>
            <a:round/>
            <a:headEnd/>
            <a:tailEnd/>
          </a:ln>
          <a:effectLst/>
        </p:spPr>
        <p:txBody>
          <a:bodyPr wrap="none"/>
          <a:lstStyle/>
          <a:p>
            <a:endParaRPr lang="fr-FR"/>
          </a:p>
        </p:txBody>
      </p:sp>
      <p:sp>
        <p:nvSpPr>
          <p:cNvPr id="131079" name="Line 7"/>
          <p:cNvSpPr>
            <a:spLocks noChangeShapeType="1"/>
          </p:cNvSpPr>
          <p:nvPr/>
        </p:nvSpPr>
        <p:spPr bwMode="auto">
          <a:xfrm flipV="1">
            <a:off x="1981200" y="5286828"/>
            <a:ext cx="685800" cy="990600"/>
          </a:xfrm>
          <a:prstGeom prst="line">
            <a:avLst/>
          </a:prstGeom>
          <a:noFill/>
          <a:ln w="9525">
            <a:solidFill>
              <a:schemeClr val="tx1"/>
            </a:solidFill>
            <a:round/>
            <a:headEnd/>
            <a:tailEnd/>
          </a:ln>
          <a:effectLst/>
        </p:spPr>
        <p:txBody>
          <a:bodyPr wrap="none"/>
          <a:lstStyle/>
          <a:p>
            <a:endParaRPr lang="fr-FR"/>
          </a:p>
        </p:txBody>
      </p:sp>
      <p:sp>
        <p:nvSpPr>
          <p:cNvPr id="131080" name="Line 8"/>
          <p:cNvSpPr>
            <a:spLocks noChangeShapeType="1"/>
          </p:cNvSpPr>
          <p:nvPr/>
        </p:nvSpPr>
        <p:spPr bwMode="auto">
          <a:xfrm flipH="1" flipV="1">
            <a:off x="3581400" y="5334000"/>
            <a:ext cx="1295400" cy="914400"/>
          </a:xfrm>
          <a:prstGeom prst="line">
            <a:avLst/>
          </a:prstGeom>
          <a:noFill/>
          <a:ln w="9525">
            <a:solidFill>
              <a:schemeClr val="tx1"/>
            </a:solidFill>
            <a:round/>
            <a:headEnd/>
            <a:tailEnd/>
          </a:ln>
          <a:effectLst/>
        </p:spPr>
        <p:txBody>
          <a:bodyPr wrap="none"/>
          <a:lstStyle/>
          <a:p>
            <a:endParaRPr lang="fr-FR"/>
          </a:p>
        </p:txBody>
      </p:sp>
      <p:sp>
        <p:nvSpPr>
          <p:cNvPr id="131081" name="Line 9"/>
          <p:cNvSpPr>
            <a:spLocks noChangeShapeType="1"/>
          </p:cNvSpPr>
          <p:nvPr/>
        </p:nvSpPr>
        <p:spPr bwMode="auto">
          <a:xfrm>
            <a:off x="3962400" y="5257800"/>
            <a:ext cx="1143000" cy="609600"/>
          </a:xfrm>
          <a:prstGeom prst="line">
            <a:avLst/>
          </a:prstGeom>
          <a:noFill/>
          <a:ln w="9525">
            <a:solidFill>
              <a:schemeClr val="tx1"/>
            </a:solidFill>
            <a:round/>
            <a:headEnd/>
            <a:tailEnd/>
          </a:ln>
          <a:effectLst/>
        </p:spPr>
        <p:txBody>
          <a:bodyPr wrap="none"/>
          <a:lstStyle/>
          <a:p>
            <a:endParaRPr lang="fr-F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u numéro de diapositive 5"/>
          <p:cNvSpPr>
            <a:spLocks noGrp="1"/>
          </p:cNvSpPr>
          <p:nvPr>
            <p:ph type="sldNum" sz="quarter" idx="12"/>
          </p:nvPr>
        </p:nvSpPr>
        <p:spPr/>
        <p:txBody>
          <a:bodyPr/>
          <a:lstStyle/>
          <a:p>
            <a:fld id="{6E2332DA-B8EE-4CE6-8163-E56FD5CBE1D5}" type="slidenum">
              <a:rPr lang="en-US"/>
              <a:pPr/>
              <a:t>13</a:t>
            </a:fld>
            <a:endParaRPr lang="en-US"/>
          </a:p>
        </p:txBody>
      </p:sp>
      <p:sp>
        <p:nvSpPr>
          <p:cNvPr id="132098"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Factorielle</a:t>
            </a:r>
            <a:endParaRPr lang="en-US"/>
          </a:p>
        </p:txBody>
      </p:sp>
      <p:sp>
        <p:nvSpPr>
          <p:cNvPr id="132099" name="Rectangle 3" descr="Rectangle: Click to edit Master text styles&#10;Second level&#10;Third level&#10;Fourth level&#10;Fifth level"/>
          <p:cNvSpPr>
            <a:spLocks noGrp="1" noChangeArrowheads="1"/>
          </p:cNvSpPr>
          <p:nvPr>
            <p:ph type="body" idx="1"/>
          </p:nvPr>
        </p:nvSpPr>
        <p:spPr>
          <a:xfrm>
            <a:off x="533400" y="1447800"/>
            <a:ext cx="8077200" cy="5029200"/>
          </a:xfrm>
        </p:spPr>
        <p:txBody>
          <a:bodyPr/>
          <a:lstStyle/>
          <a:p>
            <a:pPr>
              <a:lnSpc>
                <a:spcPct val="90000"/>
              </a:lnSpc>
              <a:buNone/>
            </a:pPr>
            <a:r>
              <a:rPr lang="en-US" sz="2800"/>
              <a:t>A:</a:t>
            </a:r>
            <a:r>
              <a:rPr lang="fr-FR" sz="2800"/>
              <a:t>INITIALISATION</a:t>
            </a:r>
            <a:r>
              <a:rPr lang="en-US" sz="2800"/>
              <a:t>:	0!= 1</a:t>
            </a:r>
            <a:endParaRPr lang="en-US" sz="2800" i="1"/>
          </a:p>
          <a:p>
            <a:pPr>
              <a:lnSpc>
                <a:spcPct val="90000"/>
              </a:lnSpc>
              <a:buNone/>
            </a:pPr>
            <a:r>
              <a:rPr lang="en-US" sz="2800"/>
              <a:t>	 RECURRENCE:</a:t>
            </a:r>
            <a:r>
              <a:rPr lang="en-US" sz="2800" i="1"/>
              <a:t> 	n </a:t>
            </a:r>
            <a:r>
              <a:rPr lang="en-US" sz="2800"/>
              <a:t>!=</a:t>
            </a:r>
            <a:r>
              <a:rPr lang="en-US" sz="2800" i="1"/>
              <a:t> n </a:t>
            </a:r>
            <a:r>
              <a:rPr lang="en-US" sz="2800">
                <a:latin typeface="Times New Roman"/>
              </a:rPr>
              <a:t>·</a:t>
            </a:r>
            <a:r>
              <a:rPr lang="en-US" sz="2800" i="1"/>
              <a:t> </a:t>
            </a:r>
            <a:r>
              <a:rPr lang="en-US" sz="2800"/>
              <a:t>(</a:t>
            </a:r>
            <a:r>
              <a:rPr lang="en-US" sz="2800" i="1"/>
              <a:t>n </a:t>
            </a:r>
            <a:r>
              <a:rPr lang="en-US" sz="2800"/>
              <a:t>-1)!</a:t>
            </a:r>
          </a:p>
          <a:p>
            <a:pPr>
              <a:lnSpc>
                <a:spcPct val="90000"/>
              </a:lnSpc>
              <a:buNone/>
            </a:pPr>
            <a:r>
              <a:rPr lang="fr-FR" sz="2800"/>
              <a:t>Pour calculer la valeur d'une fonction récursive, par exemple, 5 !, on se branche sur la définition récursive pour obtenir des expressions impliquant des valeurs d’ordre inférieurs de la fonction, jusqu'à arriver au cas de l’initialisation.</a:t>
            </a:r>
            <a:endParaRPr lang="en-US" sz="2800"/>
          </a:p>
          <a:p>
            <a:pPr>
              <a:lnSpc>
                <a:spcPct val="90000"/>
              </a:lnSpc>
              <a:buFont typeface="Wingdings" pitchFamily="2" charset="2"/>
              <a:buNone/>
            </a:pPr>
            <a:endParaRPr lang="en-US" sz="2800"/>
          </a:p>
          <a:p>
            <a:pPr>
              <a:lnSpc>
                <a:spcPct val="90000"/>
              </a:lnSpc>
              <a:buFont typeface="Wingdings" pitchFamily="2" charset="2"/>
              <a:buNone/>
            </a:pPr>
            <a:r>
              <a:rPr lang="en-US" sz="2800"/>
              <a:t>EG:  5! = 5 </a:t>
            </a:r>
            <a:r>
              <a:rPr lang="en-US" sz="2800">
                <a:latin typeface="Times New Roman"/>
              </a:rPr>
              <a:t>·</a:t>
            </a:r>
            <a:r>
              <a:rPr lang="en-US" sz="2800"/>
              <a:t> 4! = 5 </a:t>
            </a:r>
            <a:r>
              <a:rPr lang="en-US" sz="2800">
                <a:latin typeface="Times New Roman"/>
              </a:rPr>
              <a:t>·</a:t>
            </a:r>
            <a:r>
              <a:rPr lang="en-US" sz="2800"/>
              <a:t> 4 </a:t>
            </a:r>
            <a:r>
              <a:rPr lang="en-US" sz="2800">
                <a:latin typeface="Times New Roman"/>
              </a:rPr>
              <a:t>·</a:t>
            </a:r>
            <a:r>
              <a:rPr lang="en-US" sz="2800"/>
              <a:t> 3!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a:t>
            </a:r>
          </a:p>
          <a:p>
            <a:pPr>
              <a:lnSpc>
                <a:spcPct val="90000"/>
              </a:lnSpc>
              <a:buFont typeface="Wingdings" pitchFamily="2" charset="2"/>
              <a:buNone/>
            </a:pPr>
            <a:r>
              <a:rPr lang="en-US" sz="2800"/>
              <a:t>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 </a:t>
            </a:r>
            <a:r>
              <a:rPr lang="en-US" sz="2800">
                <a:latin typeface="Times New Roman"/>
              </a:rPr>
              <a:t>·</a:t>
            </a:r>
            <a:r>
              <a:rPr lang="en-US" sz="2800"/>
              <a:t> 1!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 </a:t>
            </a:r>
            <a:r>
              <a:rPr lang="en-US" sz="2800">
                <a:latin typeface="Times New Roman"/>
              </a:rPr>
              <a:t>·</a:t>
            </a:r>
            <a:r>
              <a:rPr lang="en-US" sz="2800"/>
              <a:t> 1 </a:t>
            </a:r>
            <a:r>
              <a:rPr lang="en-US" sz="2800">
                <a:latin typeface="Times New Roman"/>
              </a:rPr>
              <a:t>·</a:t>
            </a:r>
            <a:r>
              <a:rPr lang="en-US" sz="2800"/>
              <a:t> 0!   	   = 5 </a:t>
            </a:r>
            <a:r>
              <a:rPr lang="en-US" sz="2800">
                <a:latin typeface="Times New Roman"/>
              </a:rPr>
              <a:t>·</a:t>
            </a:r>
            <a:r>
              <a:rPr lang="en-US" sz="2800"/>
              <a:t> 4 </a:t>
            </a:r>
            <a:r>
              <a:rPr lang="en-US" sz="2800">
                <a:latin typeface="Times New Roman"/>
              </a:rPr>
              <a:t>·</a:t>
            </a:r>
            <a:r>
              <a:rPr lang="en-US" sz="2800"/>
              <a:t> 3 </a:t>
            </a:r>
            <a:r>
              <a:rPr lang="en-US" sz="2800">
                <a:latin typeface="Times New Roman"/>
              </a:rPr>
              <a:t>·</a:t>
            </a:r>
            <a:r>
              <a:rPr lang="en-US" sz="2800"/>
              <a:t> 2 </a:t>
            </a:r>
            <a:r>
              <a:rPr lang="en-US" sz="2800">
                <a:latin typeface="Times New Roman"/>
              </a:rPr>
              <a:t>·</a:t>
            </a:r>
            <a:r>
              <a:rPr lang="en-US" sz="2800"/>
              <a:t> 1 </a:t>
            </a:r>
            <a:r>
              <a:rPr lang="en-US" sz="2800">
                <a:latin typeface="Times New Roman"/>
              </a:rPr>
              <a:t>·</a:t>
            </a:r>
            <a:r>
              <a:rPr lang="en-US" sz="2800"/>
              <a:t> 1 = 120</a:t>
            </a:r>
          </a:p>
        </p:txBody>
      </p:sp>
      <p:sp>
        <p:nvSpPr>
          <p:cNvPr id="132100" name="AutoShape 4"/>
          <p:cNvSpPr>
            <a:spLocks noChangeArrowheads="1"/>
          </p:cNvSpPr>
          <p:nvPr/>
        </p:nvSpPr>
        <p:spPr bwMode="auto">
          <a:xfrm>
            <a:off x="2057400" y="4648200"/>
            <a:ext cx="2590800" cy="609600"/>
          </a:xfrm>
          <a:prstGeom prst="cloudCallout">
            <a:avLst>
              <a:gd name="adj1" fmla="val 28227"/>
              <a:gd name="adj2" fmla="val -11977"/>
            </a:avLst>
          </a:prstGeom>
          <a:solidFill>
            <a:schemeClr val="accent1"/>
          </a:solidFill>
          <a:ln w="9525">
            <a:solidFill>
              <a:schemeClr val="tx1"/>
            </a:solidFill>
            <a:round/>
            <a:headEnd/>
            <a:tailEnd/>
          </a:ln>
          <a:effectLst/>
        </p:spPr>
        <p:txBody>
          <a:bodyPr/>
          <a:lstStyle/>
          <a:p>
            <a:pPr algn="ctr"/>
            <a:r>
              <a:rPr lang="en-US" err="1"/>
              <a:t>récurrence</a:t>
            </a:r>
            <a:endParaRPr lang="en-US"/>
          </a:p>
        </p:txBody>
      </p:sp>
      <p:sp>
        <p:nvSpPr>
          <p:cNvPr id="132101" name="Line 5"/>
          <p:cNvSpPr>
            <a:spLocks noChangeShapeType="1"/>
          </p:cNvSpPr>
          <p:nvPr/>
        </p:nvSpPr>
        <p:spPr bwMode="auto">
          <a:xfrm flipV="1">
            <a:off x="1981200" y="5181600"/>
            <a:ext cx="381000" cy="533400"/>
          </a:xfrm>
          <a:prstGeom prst="line">
            <a:avLst/>
          </a:prstGeom>
          <a:noFill/>
          <a:ln w="9525">
            <a:solidFill>
              <a:schemeClr val="tx1"/>
            </a:solidFill>
            <a:round/>
            <a:headEnd/>
            <a:tailEnd/>
          </a:ln>
          <a:effectLst/>
        </p:spPr>
        <p:txBody>
          <a:bodyPr wrap="none"/>
          <a:lstStyle/>
          <a:p>
            <a:endParaRPr lang="fr-FR"/>
          </a:p>
        </p:txBody>
      </p:sp>
      <p:sp>
        <p:nvSpPr>
          <p:cNvPr id="132102" name="Line 6"/>
          <p:cNvSpPr>
            <a:spLocks noChangeShapeType="1"/>
          </p:cNvSpPr>
          <p:nvPr/>
        </p:nvSpPr>
        <p:spPr bwMode="auto">
          <a:xfrm flipH="1" flipV="1">
            <a:off x="3276600" y="5257800"/>
            <a:ext cx="0" cy="108000"/>
          </a:xfrm>
          <a:prstGeom prst="line">
            <a:avLst/>
          </a:prstGeom>
          <a:noFill/>
          <a:ln w="9525">
            <a:solidFill>
              <a:schemeClr val="tx1"/>
            </a:solidFill>
            <a:round/>
            <a:headEnd/>
            <a:tailEnd/>
          </a:ln>
          <a:effectLst/>
        </p:spPr>
        <p:txBody>
          <a:bodyPr wrap="none"/>
          <a:lstStyle/>
          <a:p>
            <a:endParaRPr lang="fr-FR"/>
          </a:p>
        </p:txBody>
      </p:sp>
      <p:sp>
        <p:nvSpPr>
          <p:cNvPr id="132103" name="Line 7"/>
          <p:cNvSpPr>
            <a:spLocks noChangeShapeType="1"/>
          </p:cNvSpPr>
          <p:nvPr/>
        </p:nvSpPr>
        <p:spPr bwMode="auto">
          <a:xfrm flipV="1">
            <a:off x="1981200" y="5181600"/>
            <a:ext cx="685800" cy="990600"/>
          </a:xfrm>
          <a:prstGeom prst="line">
            <a:avLst/>
          </a:prstGeom>
          <a:noFill/>
          <a:ln w="9525">
            <a:solidFill>
              <a:schemeClr val="tx1"/>
            </a:solidFill>
            <a:round/>
            <a:headEnd/>
            <a:tailEnd/>
          </a:ln>
          <a:effectLst/>
        </p:spPr>
        <p:txBody>
          <a:bodyPr wrap="none"/>
          <a:lstStyle/>
          <a:p>
            <a:endParaRPr lang="fr-FR"/>
          </a:p>
        </p:txBody>
      </p:sp>
      <p:sp>
        <p:nvSpPr>
          <p:cNvPr id="132104" name="Line 8"/>
          <p:cNvSpPr>
            <a:spLocks noChangeShapeType="1"/>
          </p:cNvSpPr>
          <p:nvPr/>
        </p:nvSpPr>
        <p:spPr bwMode="auto">
          <a:xfrm flipH="1" flipV="1">
            <a:off x="3962400" y="5181600"/>
            <a:ext cx="914400" cy="609600"/>
          </a:xfrm>
          <a:prstGeom prst="line">
            <a:avLst/>
          </a:prstGeom>
          <a:noFill/>
          <a:ln w="9525">
            <a:solidFill>
              <a:schemeClr val="tx1"/>
            </a:solidFill>
            <a:round/>
            <a:headEnd/>
            <a:tailEnd/>
          </a:ln>
          <a:effectLst/>
        </p:spPr>
        <p:txBody>
          <a:bodyPr wrap="none"/>
          <a:lstStyle/>
          <a:p>
            <a:endParaRPr lang="fr-FR"/>
          </a:p>
        </p:txBody>
      </p:sp>
      <p:sp>
        <p:nvSpPr>
          <p:cNvPr id="132105" name="Line 9"/>
          <p:cNvSpPr>
            <a:spLocks noChangeShapeType="1"/>
          </p:cNvSpPr>
          <p:nvPr/>
        </p:nvSpPr>
        <p:spPr bwMode="auto">
          <a:xfrm>
            <a:off x="4572000" y="5029200"/>
            <a:ext cx="533400" cy="304800"/>
          </a:xfrm>
          <a:prstGeom prst="line">
            <a:avLst/>
          </a:prstGeom>
          <a:noFill/>
          <a:ln w="9525">
            <a:solidFill>
              <a:schemeClr val="tx1"/>
            </a:solidFill>
            <a:round/>
            <a:headEnd/>
            <a:tailEnd/>
          </a:ln>
          <a:effectLst/>
        </p:spPr>
        <p:txBody>
          <a:bodyPr wrap="none"/>
          <a:lstStyle/>
          <a:p>
            <a:endParaRPr lang="fr-FR"/>
          </a:p>
        </p:txBody>
      </p:sp>
      <p:sp>
        <p:nvSpPr>
          <p:cNvPr id="132106" name="AutoShape 10"/>
          <p:cNvSpPr>
            <a:spLocks noChangeArrowheads="1"/>
          </p:cNvSpPr>
          <p:nvPr/>
        </p:nvSpPr>
        <p:spPr bwMode="auto">
          <a:xfrm>
            <a:off x="5181600" y="6477000"/>
            <a:ext cx="2590800" cy="609600"/>
          </a:xfrm>
          <a:prstGeom prst="cloudCallout">
            <a:avLst>
              <a:gd name="adj1" fmla="val -67292"/>
              <a:gd name="adj2" fmla="val -70833"/>
            </a:avLst>
          </a:prstGeom>
          <a:solidFill>
            <a:schemeClr val="accent1"/>
          </a:solidFill>
          <a:ln w="9525">
            <a:solidFill>
              <a:schemeClr val="tx1"/>
            </a:solidFill>
            <a:round/>
            <a:headEnd/>
            <a:tailEnd/>
          </a:ln>
          <a:effectLst/>
        </p:spPr>
        <p:txBody>
          <a:bodyPr/>
          <a:lstStyle/>
          <a:p>
            <a:pPr algn="ctr"/>
            <a:r>
              <a:rPr lang="fr-FR" sz="2000"/>
              <a:t>initialisation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12"/>
          </p:nvPr>
        </p:nvSpPr>
        <p:spPr/>
        <p:txBody>
          <a:bodyPr/>
          <a:lstStyle/>
          <a:p>
            <a:fld id="{ECB548F0-AA31-4AD6-9FC9-AA1B9C812F89}" type="slidenum">
              <a:rPr lang="en-US"/>
              <a:pPr/>
              <a:t>14</a:t>
            </a:fld>
            <a:endParaRPr lang="en-US"/>
          </a:p>
        </p:txBody>
      </p:sp>
      <p:sp>
        <p:nvSpPr>
          <p:cNvPr id="57346" name="Rectangle 2"/>
          <p:cNvSpPr>
            <a:spLocks noGrp="1" noChangeArrowheads="1"/>
          </p:cNvSpPr>
          <p:nvPr>
            <p:ph type="title"/>
          </p:nvPr>
        </p:nvSpPr>
        <p:spPr/>
        <p:txBody>
          <a:bodyPr/>
          <a:lstStyle/>
          <a:p>
            <a:pPr algn="ctr"/>
            <a:r>
              <a:rPr lang="fr-FR"/>
              <a:t>Fonctions</a:t>
            </a:r>
            <a:r>
              <a:rPr lang="en-US"/>
              <a:t> </a:t>
            </a:r>
            <a:r>
              <a:rPr lang="fr-FR"/>
              <a:t>récursives</a:t>
            </a:r>
            <a:r>
              <a:rPr lang="en-US"/>
              <a:t> </a:t>
            </a:r>
            <a:br>
              <a:rPr lang="en-US"/>
            </a:br>
            <a:r>
              <a:rPr lang="fr-FR"/>
              <a:t> combinaison de </a:t>
            </a:r>
            <a:r>
              <a:rPr lang="fr-FR" i="1"/>
              <a:t>k</a:t>
            </a:r>
            <a:r>
              <a:rPr lang="fr-FR"/>
              <a:t> parmi </a:t>
            </a:r>
            <a:r>
              <a:rPr lang="fr-FR" i="1"/>
              <a:t>n</a:t>
            </a:r>
            <a:endParaRPr lang="en-US"/>
          </a:p>
        </p:txBody>
      </p:sp>
      <p:sp>
        <p:nvSpPr>
          <p:cNvPr id="57347" name="Rectangle 3" descr="Rectangle: Click to edit Master text styles&#10;Second level&#10;Third level&#10;Fourth level&#10;Fifth level"/>
          <p:cNvSpPr>
            <a:spLocks noGrp="1" noChangeArrowheads="1"/>
          </p:cNvSpPr>
          <p:nvPr>
            <p:ph type="body" idx="1"/>
          </p:nvPr>
        </p:nvSpPr>
        <p:spPr>
          <a:xfrm>
            <a:off x="533400" y="1524000"/>
            <a:ext cx="8305800" cy="5105400"/>
          </a:xfrm>
        </p:spPr>
        <p:txBody>
          <a:bodyPr/>
          <a:lstStyle/>
          <a:p>
            <a:pPr marL="609600" indent="-609600">
              <a:lnSpc>
                <a:spcPct val="90000"/>
              </a:lnSpc>
              <a:buNone/>
            </a:pPr>
            <a:r>
              <a:rPr lang="fr-FR"/>
              <a:t>Les coefficients binomiaux apparaissent dans de nombreuses applications: </a:t>
            </a:r>
          </a:p>
          <a:p>
            <a:pPr marL="609600" indent="-609600">
              <a:lnSpc>
                <a:spcPct val="90000"/>
              </a:lnSpc>
              <a:buFont typeface="+mj-lt"/>
              <a:buAutoNum type="arabicParenR"/>
            </a:pPr>
            <a:r>
              <a:rPr lang="fr-FR"/>
              <a:t>Combinatoire / Probabilité </a:t>
            </a:r>
            <a:r>
              <a:rPr lang="en-US"/>
              <a:t> (</a:t>
            </a:r>
            <a:r>
              <a:rPr lang="en-US" i="1"/>
              <a:t>k </a:t>
            </a:r>
            <a:r>
              <a:rPr lang="fr-FR" i="1"/>
              <a:t>parmi</a:t>
            </a:r>
            <a:r>
              <a:rPr lang="en-US" i="1"/>
              <a:t> n</a:t>
            </a:r>
            <a:r>
              <a:rPr lang="en-US"/>
              <a:t>):   </a:t>
            </a:r>
            <a:r>
              <a:rPr lang="en-US" i="1"/>
              <a:t>C </a:t>
            </a:r>
            <a:r>
              <a:rPr lang="en-US"/>
              <a:t>(</a:t>
            </a:r>
            <a:r>
              <a:rPr lang="en-US" i="1" err="1"/>
              <a:t>n</a:t>
            </a:r>
            <a:r>
              <a:rPr lang="en-US" err="1"/>
              <a:t>,</a:t>
            </a:r>
            <a:r>
              <a:rPr lang="en-US" i="1" err="1"/>
              <a:t>k</a:t>
            </a:r>
            <a:r>
              <a:rPr lang="en-US"/>
              <a:t>) =</a:t>
            </a:r>
            <a:r>
              <a:rPr lang="en-US" i="1"/>
              <a:t> </a:t>
            </a:r>
            <a:r>
              <a:rPr lang="fr-FR"/>
              <a:t>le nombre de différents groupes de taille </a:t>
            </a:r>
            <a:r>
              <a:rPr lang="fr-FR" i="1"/>
              <a:t>k</a:t>
            </a:r>
            <a:r>
              <a:rPr lang="fr-FR"/>
              <a:t> à partir d'un groupe initial de taille </a:t>
            </a:r>
            <a:r>
              <a:rPr lang="fr-FR" i="1"/>
              <a:t>n.</a:t>
            </a:r>
            <a:endParaRPr lang="en-US" i="1"/>
          </a:p>
          <a:p>
            <a:pPr marL="609600" indent="-609600">
              <a:lnSpc>
                <a:spcPct val="90000"/>
              </a:lnSpc>
              <a:buFont typeface="Wingdings" pitchFamily="2" charset="2"/>
              <a:buAutoNum type="arabicParenR"/>
            </a:pPr>
            <a:r>
              <a:rPr lang="fr-FR"/>
              <a:t>Algèbre: </a:t>
            </a:r>
            <a:br>
              <a:rPr lang="fr-FR"/>
            </a:br>
            <a:r>
              <a:rPr lang="en-US" i="1"/>
              <a:t>	C </a:t>
            </a:r>
            <a:r>
              <a:rPr lang="en-US"/>
              <a:t>(</a:t>
            </a:r>
            <a:r>
              <a:rPr lang="en-US" i="1" err="1"/>
              <a:t>n</a:t>
            </a:r>
            <a:r>
              <a:rPr lang="en-US" err="1"/>
              <a:t>,</a:t>
            </a:r>
            <a:r>
              <a:rPr lang="en-US" i="1" err="1"/>
              <a:t>k</a:t>
            </a:r>
            <a:r>
              <a:rPr lang="en-US"/>
              <a:t>) = k</a:t>
            </a:r>
            <a:r>
              <a:rPr lang="fr-FR" baseline="30000" err="1"/>
              <a:t>ième</a:t>
            </a:r>
            <a:r>
              <a:rPr lang="fr-FR"/>
              <a:t> coefficient du terme de l'expansion de la n</a:t>
            </a:r>
            <a:r>
              <a:rPr lang="fr-FR" baseline="30000"/>
              <a:t>ième</a:t>
            </a:r>
            <a:r>
              <a:rPr lang="fr-FR"/>
              <a:t> puissance du binôme </a:t>
            </a:r>
            <a:r>
              <a:rPr lang="en-US"/>
              <a:t>(</a:t>
            </a:r>
            <a:r>
              <a:rPr lang="en-US" i="1"/>
              <a:t>x </a:t>
            </a:r>
            <a:r>
              <a:rPr lang="en-US"/>
              <a:t>+ </a:t>
            </a:r>
            <a:r>
              <a:rPr lang="en-US" i="1"/>
              <a:t>y </a:t>
            </a:r>
            <a:r>
              <a:rPr lang="en-US"/>
              <a:t>)</a:t>
            </a:r>
            <a:r>
              <a:rPr lang="en-US" i="1" baseline="30000"/>
              <a:t>n</a:t>
            </a:r>
            <a:endParaRPr lang="en-US"/>
          </a:p>
          <a:p>
            <a:pPr marL="609600" indent="-609600">
              <a:lnSpc>
                <a:spcPct val="90000"/>
              </a:lnSpc>
              <a:buNone/>
            </a:pPr>
            <a:r>
              <a:rPr lang="fr-FR"/>
              <a:t>Notat couramment utilisée:</a:t>
            </a:r>
            <a:endParaRPr lang="en-US" i="1" baseline="30000"/>
          </a:p>
        </p:txBody>
      </p:sp>
      <p:graphicFrame>
        <p:nvGraphicFramePr>
          <p:cNvPr id="57350" name="Rectangle 6"/>
          <p:cNvGraphicFramePr>
            <a:graphicFrameLocks/>
          </p:cNvGraphicFramePr>
          <p:nvPr>
            <p:extLst>
              <p:ext uri="{D42A27DB-BD31-4B8C-83A1-F6EECF244321}">
                <p14:modId xmlns:p14="http://schemas.microsoft.com/office/powerpoint/2010/main" val="1688136105"/>
              </p:ext>
            </p:extLst>
          </p:nvPr>
        </p:nvGraphicFramePr>
        <p:xfrm>
          <a:off x="-3473035" y="-4351186"/>
          <a:ext cx="6096000" cy="4064000"/>
        </p:xfrm>
        <a:graphic>
          <a:graphicData uri="http://schemas.openxmlformats.org/presentationml/2006/ole">
            <mc:AlternateContent xmlns:mc="http://schemas.openxmlformats.org/markup-compatibility/2006">
              <mc:Choice xmlns:v="urn:schemas-microsoft-com:vml" Requires="v">
                <p:oleObj spid="_x0000_s28673" name="Equation" r:id="rId4" imgW="0" imgH="0" progId="Equation.3">
                  <p:embed/>
                </p:oleObj>
              </mc:Choice>
              <mc:Fallback>
                <p:oleObj name="Equation" r:id="rId4" imgW="0" imgH="0" progId="Equation.3">
                  <p:embed/>
                  <p:pic>
                    <p:nvPicPr>
                      <p:cNvPr id="0" name="Rectangle 6"/>
                      <p:cNvPicPr preferRelativeResize="0">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3473035" y="-4351186"/>
                        <a:ext cx="6096000"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351" name="Object 7"/>
          <p:cNvGraphicFramePr>
            <a:graphicFrameLocks noChangeAspect="1"/>
          </p:cNvGraphicFramePr>
          <p:nvPr/>
        </p:nvGraphicFramePr>
        <p:xfrm>
          <a:off x="5410200" y="5767387"/>
          <a:ext cx="2743200" cy="1471613"/>
        </p:xfrm>
        <a:graphic>
          <a:graphicData uri="http://schemas.openxmlformats.org/presentationml/2006/ole">
            <mc:AlternateContent xmlns:mc="http://schemas.openxmlformats.org/markup-compatibility/2006">
              <mc:Choice xmlns:v="urn:schemas-microsoft-com:vml" Requires="v">
                <p:oleObj spid="_x0000_s28674" name="Equation" r:id="rId5" imgW="850680" imgH="457200" progId="Equation.3">
                  <p:embed/>
                </p:oleObj>
              </mc:Choice>
              <mc:Fallback>
                <p:oleObj name="Equation" r:id="rId5" imgW="850680" imgH="457200" progId="Equation.3">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0200" y="5767387"/>
                        <a:ext cx="2743200" cy="1471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A043E37B-86F4-4E71-9DFD-D2398A3F0B01}" type="slidenum">
              <a:rPr lang="en-US"/>
              <a:pPr/>
              <a:t>15</a:t>
            </a:fld>
            <a:endParaRPr lang="en-US"/>
          </a:p>
        </p:txBody>
      </p:sp>
      <p:sp>
        <p:nvSpPr>
          <p:cNvPr id="58370"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58371" name="Rectangle 3" descr="Rectangle: Click to edit Master text styles&#10;Second level&#10;Third level&#10;Fourth level&#10;Fifth level"/>
          <p:cNvSpPr>
            <a:spLocks noGrp="1" noChangeArrowheads="1"/>
          </p:cNvSpPr>
          <p:nvPr>
            <p:ph type="body" idx="1"/>
          </p:nvPr>
        </p:nvSpPr>
        <p:spPr>
          <a:xfrm>
            <a:off x="838200" y="1905000"/>
            <a:ext cx="8305800" cy="4114800"/>
          </a:xfrm>
        </p:spPr>
        <p:txBody>
          <a:bodyPr/>
          <a:lstStyle/>
          <a:p>
            <a:pPr>
              <a:lnSpc>
                <a:spcPct val="90000"/>
              </a:lnSpc>
              <a:buNone/>
            </a:pPr>
            <a:r>
              <a:rPr lang="fr-FR"/>
              <a:t>Typiquement, le moyen le plus rapide pour calculer tous les</a:t>
            </a:r>
            <a:r>
              <a:rPr lang="en-US"/>
              <a:t> </a:t>
            </a:r>
            <a:r>
              <a:rPr lang="en-US" i="1"/>
              <a:t>C </a:t>
            </a:r>
            <a:r>
              <a:rPr lang="en-US"/>
              <a:t>(</a:t>
            </a:r>
            <a:r>
              <a:rPr lang="en-US" i="1" err="1"/>
              <a:t>n</a:t>
            </a:r>
            <a:r>
              <a:rPr lang="en-US" err="1"/>
              <a:t>,</a:t>
            </a:r>
            <a:r>
              <a:rPr lang="en-US" i="1" err="1"/>
              <a:t>k</a:t>
            </a:r>
            <a:r>
              <a:rPr lang="en-US"/>
              <a:t>) </a:t>
            </a:r>
            <a:r>
              <a:rPr lang="fr-FR"/>
              <a:t>jusqu'à un certain </a:t>
            </a:r>
            <a:r>
              <a:rPr lang="fr-FR" i="1"/>
              <a:t>n</a:t>
            </a:r>
            <a:r>
              <a:rPr lang="fr-FR"/>
              <a:t> est le triangle de Pascal. Dans le triangle de Pascal, un 1 est mis en haut (initialisation) et chaque élément est par conséquent de manière récursive définit comme étant la somme des nombres de droite et celui de gauche dans la rangée précédente. Si un nombre est manquant, il est considéré comme étant 0.</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71AB9034-042B-433C-B04A-23A6E3E67639}" type="slidenum">
              <a:rPr lang="en-US"/>
              <a:pPr/>
              <a:t>16</a:t>
            </a:fld>
            <a:endParaRPr lang="en-US"/>
          </a:p>
        </p:txBody>
      </p:sp>
      <p:sp>
        <p:nvSpPr>
          <p:cNvPr id="68610"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68611" name="Rectangle 3" descr="Rectangle: Click to edit Master text styles&#10;Second level&#10;Third level&#10;Fourth level&#10;Fifth level"/>
          <p:cNvSpPr>
            <a:spLocks noGrp="1" noChangeArrowheads="1"/>
          </p:cNvSpPr>
          <p:nvPr>
            <p:ph type="body" idx="1"/>
          </p:nvPr>
        </p:nvSpPr>
        <p:spPr/>
        <p:txBody>
          <a:bodyPr/>
          <a:lstStyle/>
          <a:p>
            <a:pPr algn="ctr">
              <a:buFont typeface="Wingdings" pitchFamily="2" charset="2"/>
              <a:buNone/>
            </a:pPr>
            <a:r>
              <a:rPr lang="en-US"/>
              <a:t>1</a:t>
            </a:r>
          </a:p>
          <a:p>
            <a:pPr algn="ctr">
              <a:buFont typeface="Wingdings" pitchFamily="2" charset="2"/>
              <a:buNone/>
            </a:pP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3C567600-BF46-4880-A425-8885B1C648BD}" type="slidenum">
              <a:rPr lang="en-US"/>
              <a:pPr/>
              <a:t>17</a:t>
            </a:fld>
            <a:endParaRPr lang="en-US"/>
          </a:p>
        </p:txBody>
      </p:sp>
      <p:sp>
        <p:nvSpPr>
          <p:cNvPr id="69634"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69635" name="Rectangle 3" descr="Rectangle: Click to edit Master text styles&#10;Second level&#10;Third level&#10;Fourth level&#10;Fifth level"/>
          <p:cNvSpPr>
            <a:spLocks noGrp="1" noChangeArrowheads="1"/>
          </p:cNvSpPr>
          <p:nvPr>
            <p:ph type="body" idx="1"/>
          </p:nvPr>
        </p:nvSpPr>
        <p:spPr/>
        <p:txBody>
          <a:bodyPr/>
          <a:lstStyle/>
          <a:p>
            <a:pPr algn="ctr">
              <a:buFont typeface="Wingdings" pitchFamily="2" charset="2"/>
              <a:buNone/>
            </a:pPr>
            <a:r>
              <a:rPr lang="en-US"/>
              <a:t>1</a:t>
            </a:r>
          </a:p>
          <a:p>
            <a:pPr algn="ctr">
              <a:buFont typeface="Wingdings" pitchFamily="2" charset="2"/>
              <a:buNone/>
            </a:pPr>
            <a:r>
              <a:rPr lang="en-US"/>
              <a:t>1   1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3A45E33E-77A6-491C-8DEE-0A69907942BE}" type="slidenum">
              <a:rPr lang="en-US"/>
              <a:pPr/>
              <a:t>18</a:t>
            </a:fld>
            <a:endParaRPr lang="en-US"/>
          </a:p>
        </p:txBody>
      </p:sp>
      <p:sp>
        <p:nvSpPr>
          <p:cNvPr id="70658"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70659" name="Rectangle 3" descr="Rectangle: Click to edit Master text styles&#10;Second level&#10;Third level&#10;Fourth level&#10;Fifth level"/>
          <p:cNvSpPr>
            <a:spLocks noGrp="1" noChangeArrowheads="1"/>
          </p:cNvSpPr>
          <p:nvPr>
            <p:ph type="body" idx="1"/>
          </p:nvPr>
        </p:nvSpPr>
        <p:spPr/>
        <p:txBody>
          <a:bodyPr/>
          <a:lstStyle/>
          <a:p>
            <a:pPr algn="ctr">
              <a:buFont typeface="Wingdings" pitchFamily="2" charset="2"/>
              <a:buNone/>
            </a:pPr>
            <a:r>
              <a:rPr lang="en-US"/>
              <a:t>1</a:t>
            </a:r>
          </a:p>
          <a:p>
            <a:pPr algn="ctr">
              <a:buFont typeface="Wingdings" pitchFamily="2" charset="2"/>
              <a:buNone/>
            </a:pPr>
            <a:r>
              <a:rPr lang="en-US"/>
              <a:t>1   1</a:t>
            </a:r>
          </a:p>
          <a:p>
            <a:pPr algn="ctr">
              <a:buFont typeface="Wingdings" pitchFamily="2" charset="2"/>
              <a:buNone/>
            </a:pPr>
            <a:r>
              <a:rPr lang="en-US"/>
              <a:t>1  2  1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5F4CA276-BC8C-4B7D-8B6B-352A8F1B3559}" type="slidenum">
              <a:rPr lang="en-US"/>
              <a:pPr/>
              <a:t>19</a:t>
            </a:fld>
            <a:endParaRPr lang="en-US"/>
          </a:p>
        </p:txBody>
      </p:sp>
      <p:sp>
        <p:nvSpPr>
          <p:cNvPr id="71682"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71683" name="Rectangle 3" descr="Rectangle: Click to edit Master text styles&#10;Second level&#10;Third level&#10;Fourth level&#10;Fifth level"/>
          <p:cNvSpPr>
            <a:spLocks noGrp="1" noChangeArrowheads="1"/>
          </p:cNvSpPr>
          <p:nvPr>
            <p:ph type="body" idx="1"/>
          </p:nvPr>
        </p:nvSpPr>
        <p:spPr/>
        <p:txBody>
          <a:bodyPr/>
          <a:lstStyle/>
          <a:p>
            <a:pPr algn="ctr">
              <a:buFont typeface="Wingdings" pitchFamily="2" charset="2"/>
              <a:buNone/>
            </a:pPr>
            <a:r>
              <a:rPr lang="en-US"/>
              <a:t>1</a:t>
            </a:r>
          </a:p>
          <a:p>
            <a:pPr algn="ctr">
              <a:buFont typeface="Wingdings" pitchFamily="2" charset="2"/>
              <a:buNone/>
            </a:pPr>
            <a:r>
              <a:rPr lang="en-US"/>
              <a:t>1   1</a:t>
            </a:r>
          </a:p>
          <a:p>
            <a:pPr algn="ctr">
              <a:buFont typeface="Wingdings" pitchFamily="2" charset="2"/>
              <a:buNone/>
            </a:pPr>
            <a:r>
              <a:rPr lang="en-US"/>
              <a:t>1  2  1</a:t>
            </a:r>
          </a:p>
          <a:p>
            <a:pPr algn="ctr">
              <a:buFont typeface="Wingdings" pitchFamily="2" charset="2"/>
              <a:buNone/>
            </a:pPr>
            <a:r>
              <a:rPr lang="en-US"/>
              <a:t>1 3   3 1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6A0BEFAE-5BAD-4A1D-8FC1-F01B2C0711DA}" type="slidenum">
              <a:rPr lang="en-US"/>
              <a:pPr/>
              <a:t>20</a:t>
            </a:fld>
            <a:endParaRPr lang="en-US"/>
          </a:p>
        </p:txBody>
      </p:sp>
      <p:sp>
        <p:nvSpPr>
          <p:cNvPr id="72706"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72707" name="Rectangle 3" descr="Rectangle: Click to edit Master text styles&#10;Second level&#10;Third level&#10;Fourth level&#10;Fifth level"/>
          <p:cNvSpPr>
            <a:spLocks noGrp="1" noChangeArrowheads="1"/>
          </p:cNvSpPr>
          <p:nvPr>
            <p:ph type="body" idx="1"/>
          </p:nvPr>
        </p:nvSpPr>
        <p:spPr/>
        <p:txBody>
          <a:bodyPr/>
          <a:lstStyle/>
          <a:p>
            <a:pPr algn="ctr">
              <a:buFont typeface="Wingdings" pitchFamily="2" charset="2"/>
              <a:buNone/>
            </a:pPr>
            <a:r>
              <a:rPr lang="en-US"/>
              <a:t>1</a:t>
            </a:r>
          </a:p>
          <a:p>
            <a:pPr algn="ctr">
              <a:buFont typeface="Wingdings" pitchFamily="2" charset="2"/>
              <a:buNone/>
            </a:pPr>
            <a:r>
              <a:rPr lang="en-US"/>
              <a:t>1   1</a:t>
            </a:r>
          </a:p>
          <a:p>
            <a:pPr algn="ctr">
              <a:buFont typeface="Wingdings" pitchFamily="2" charset="2"/>
              <a:buNone/>
            </a:pPr>
            <a:r>
              <a:rPr lang="en-US"/>
              <a:t>1  2  1</a:t>
            </a:r>
          </a:p>
          <a:p>
            <a:pPr algn="ctr">
              <a:buFont typeface="Wingdings" pitchFamily="2" charset="2"/>
              <a:buNone/>
            </a:pPr>
            <a:r>
              <a:rPr lang="en-US"/>
              <a:t>1 3   3 1</a:t>
            </a:r>
          </a:p>
          <a:p>
            <a:pPr algn="ctr">
              <a:buFont typeface="Wingdings" pitchFamily="2" charset="2"/>
              <a:buNone/>
            </a:pPr>
            <a:r>
              <a:rPr lang="en-US"/>
              <a:t>1 4  6  4 1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570B6293-03B1-484C-A56F-2A83B57E58FA}" type="slidenum">
              <a:rPr lang="en-US"/>
              <a:pPr/>
              <a:t>21</a:t>
            </a:fld>
            <a:endParaRPr lang="en-US"/>
          </a:p>
        </p:txBody>
      </p:sp>
      <p:sp>
        <p:nvSpPr>
          <p:cNvPr id="66562" name="Rectangle 1026"/>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66563" name="Rectangle 1027" descr="Rectangle: Click to edit Master text styles&#10;Second level&#10;Third level&#10;Fourth level&#10;Fifth level"/>
          <p:cNvSpPr>
            <a:spLocks noGrp="1" noChangeArrowheads="1"/>
          </p:cNvSpPr>
          <p:nvPr>
            <p:ph type="body" idx="1"/>
          </p:nvPr>
        </p:nvSpPr>
        <p:spPr/>
        <p:txBody>
          <a:bodyPr/>
          <a:lstStyle/>
          <a:p>
            <a:pPr algn="ctr">
              <a:buFont typeface="Wingdings" pitchFamily="2" charset="2"/>
              <a:buNone/>
            </a:pPr>
            <a:r>
              <a:rPr lang="en-US"/>
              <a:t>1</a:t>
            </a:r>
          </a:p>
          <a:p>
            <a:pPr algn="ctr">
              <a:buFont typeface="Wingdings" pitchFamily="2" charset="2"/>
              <a:buNone/>
            </a:pPr>
            <a:r>
              <a:rPr lang="en-US"/>
              <a:t>1   1</a:t>
            </a:r>
          </a:p>
          <a:p>
            <a:pPr algn="ctr">
              <a:buFont typeface="Wingdings" pitchFamily="2" charset="2"/>
              <a:buNone/>
            </a:pPr>
            <a:r>
              <a:rPr lang="en-US"/>
              <a:t>1  2  1</a:t>
            </a:r>
          </a:p>
          <a:p>
            <a:pPr algn="ctr">
              <a:buFont typeface="Wingdings" pitchFamily="2" charset="2"/>
              <a:buNone/>
            </a:pPr>
            <a:r>
              <a:rPr lang="en-US"/>
              <a:t>1 3   3 1</a:t>
            </a:r>
          </a:p>
          <a:p>
            <a:pPr algn="ctr">
              <a:buFont typeface="Wingdings" pitchFamily="2" charset="2"/>
              <a:buNone/>
            </a:pPr>
            <a:r>
              <a:rPr lang="en-US"/>
              <a:t>1 4  6  4 1</a:t>
            </a:r>
          </a:p>
          <a:p>
            <a:pPr algn="ctr">
              <a:buFont typeface="Wingdings" pitchFamily="2" charset="2"/>
              <a:buNone/>
            </a:pPr>
            <a:r>
              <a:rPr lang="en-US"/>
              <a:t>1 5 10 10 5 1</a:t>
            </a:r>
          </a:p>
          <a:p>
            <a:pPr algn="ctr">
              <a:buFont typeface="Wingdings" pitchFamily="2" charset="2"/>
              <a:buNone/>
            </a:pP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B325B1D2-48A7-436C-BA01-170EE0252A8B}" type="slidenum">
              <a:rPr lang="en-US"/>
              <a:pPr/>
              <a:t>22</a:t>
            </a:fld>
            <a:endParaRPr lang="en-US"/>
          </a:p>
        </p:txBody>
      </p:sp>
      <p:sp>
        <p:nvSpPr>
          <p:cNvPr id="73730"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73731" name="Rectangle 3" descr="Rectangle: Click to edit Master text styles&#10;Second level&#10;Third level&#10;Fourth level&#10;Fifth level"/>
          <p:cNvSpPr>
            <a:spLocks noGrp="1" noChangeArrowheads="1"/>
          </p:cNvSpPr>
          <p:nvPr>
            <p:ph type="body" idx="1"/>
          </p:nvPr>
        </p:nvSpPr>
        <p:spPr/>
        <p:txBody>
          <a:bodyPr/>
          <a:lstStyle/>
          <a:p>
            <a:pPr algn="ctr">
              <a:buFont typeface="Wingdings" pitchFamily="2" charset="2"/>
              <a:buNone/>
            </a:pPr>
            <a:r>
              <a:rPr lang="en-US"/>
              <a:t>1</a:t>
            </a:r>
          </a:p>
          <a:p>
            <a:pPr algn="ctr">
              <a:buFont typeface="Wingdings" pitchFamily="2" charset="2"/>
              <a:buNone/>
            </a:pPr>
            <a:r>
              <a:rPr lang="en-US"/>
              <a:t>1   1</a:t>
            </a:r>
          </a:p>
          <a:p>
            <a:pPr algn="ctr">
              <a:buFont typeface="Wingdings" pitchFamily="2" charset="2"/>
              <a:buNone/>
            </a:pPr>
            <a:r>
              <a:rPr lang="en-US"/>
              <a:t>1  2  1</a:t>
            </a:r>
          </a:p>
          <a:p>
            <a:pPr algn="ctr">
              <a:buFont typeface="Wingdings" pitchFamily="2" charset="2"/>
              <a:buNone/>
            </a:pPr>
            <a:r>
              <a:rPr lang="en-US"/>
              <a:t>1 3   3 1</a:t>
            </a:r>
          </a:p>
          <a:p>
            <a:pPr algn="ctr">
              <a:buFont typeface="Wingdings" pitchFamily="2" charset="2"/>
              <a:buNone/>
            </a:pPr>
            <a:r>
              <a:rPr lang="en-US"/>
              <a:t>1 4  6  4 1</a:t>
            </a:r>
          </a:p>
          <a:p>
            <a:pPr algn="ctr">
              <a:buFont typeface="Wingdings" pitchFamily="2" charset="2"/>
              <a:buNone/>
            </a:pPr>
            <a:r>
              <a:rPr lang="en-US"/>
              <a:t>1 5 10 10 5 1</a:t>
            </a:r>
          </a:p>
          <a:p>
            <a:pPr algn="ctr">
              <a:buFont typeface="Wingdings" pitchFamily="2" charset="2"/>
              <a:buNone/>
            </a:pPr>
            <a:r>
              <a:rPr lang="en-US"/>
              <a:t>1 6 15 20 15 6 1</a:t>
            </a:r>
          </a:p>
          <a:p>
            <a:pPr algn="ctr">
              <a:buFont typeface="Wingdings" pitchFamily="2" charset="2"/>
              <a:buNone/>
            </a:pP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space réservé du numéro de diapositive 5"/>
          <p:cNvSpPr>
            <a:spLocks noGrp="1"/>
          </p:cNvSpPr>
          <p:nvPr>
            <p:ph type="sldNum" sz="quarter" idx="12"/>
          </p:nvPr>
        </p:nvSpPr>
        <p:spPr/>
        <p:txBody>
          <a:bodyPr/>
          <a:lstStyle/>
          <a:p>
            <a:fld id="{5A1F1ED2-ED49-475C-99E7-C364D2DC10E9}" type="slidenum">
              <a:rPr lang="en-US"/>
              <a:pPr/>
              <a:t>23</a:t>
            </a:fld>
            <a:endParaRPr lang="en-US"/>
          </a:p>
        </p:txBody>
      </p:sp>
      <p:sp>
        <p:nvSpPr>
          <p:cNvPr id="74754"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74755" name="Rectangle 3" descr="Rectangle: Click to edit Master text styles&#10;Second level&#10;Third level&#10;Fourth level&#10;Fifth level"/>
          <p:cNvSpPr>
            <a:spLocks noGrp="1" noChangeArrowheads="1"/>
          </p:cNvSpPr>
          <p:nvPr>
            <p:ph type="body" idx="1"/>
          </p:nvPr>
        </p:nvSpPr>
        <p:spPr>
          <a:xfrm>
            <a:off x="838200" y="1905000"/>
            <a:ext cx="7772400" cy="4724400"/>
          </a:xfrm>
        </p:spPr>
        <p:txBody>
          <a:bodyPr/>
          <a:lstStyle/>
          <a:p>
            <a:pPr algn="ctr">
              <a:buFont typeface="Wingdings" pitchFamily="2" charset="2"/>
              <a:buNone/>
            </a:pPr>
            <a:r>
              <a:rPr lang="en-US"/>
              <a:t>1</a:t>
            </a:r>
          </a:p>
          <a:p>
            <a:pPr algn="ctr">
              <a:buFont typeface="Wingdings" pitchFamily="2" charset="2"/>
              <a:buNone/>
            </a:pPr>
            <a:r>
              <a:rPr lang="en-US"/>
              <a:t>1   1</a:t>
            </a:r>
          </a:p>
          <a:p>
            <a:pPr algn="ctr">
              <a:buFont typeface="Wingdings" pitchFamily="2" charset="2"/>
              <a:buNone/>
            </a:pPr>
            <a:r>
              <a:rPr lang="en-US"/>
              <a:t>1  2  1</a:t>
            </a:r>
          </a:p>
          <a:p>
            <a:pPr algn="ctr">
              <a:buFont typeface="Wingdings" pitchFamily="2" charset="2"/>
              <a:buNone/>
            </a:pPr>
            <a:r>
              <a:rPr lang="en-US"/>
              <a:t>1 3   3 1</a:t>
            </a:r>
          </a:p>
          <a:p>
            <a:pPr algn="ctr">
              <a:buFont typeface="Wingdings" pitchFamily="2" charset="2"/>
              <a:buNone/>
            </a:pPr>
            <a:r>
              <a:rPr lang="en-US"/>
              <a:t>1 4  6  4  1</a:t>
            </a:r>
          </a:p>
          <a:p>
            <a:pPr algn="ctr">
              <a:buFont typeface="Wingdings" pitchFamily="2" charset="2"/>
              <a:buNone/>
            </a:pPr>
            <a:r>
              <a:rPr lang="en-US"/>
              <a:t>1 5 10 10 5 1</a:t>
            </a:r>
          </a:p>
          <a:p>
            <a:pPr algn="ctr">
              <a:buFont typeface="Wingdings" pitchFamily="2" charset="2"/>
              <a:buNone/>
            </a:pPr>
            <a:r>
              <a:rPr lang="en-US"/>
              <a:t>1 6 15 20 15 6 1</a:t>
            </a:r>
          </a:p>
          <a:p>
            <a:pPr>
              <a:buFont typeface="Wingdings" pitchFamily="2" charset="2"/>
              <a:buNone/>
            </a:pPr>
            <a:r>
              <a:rPr lang="en-US"/>
              <a:t>Q:  </a:t>
            </a:r>
            <a:r>
              <a:rPr lang="en-US" err="1"/>
              <a:t>Trouver</a:t>
            </a:r>
            <a:r>
              <a:rPr lang="en-US"/>
              <a:t> </a:t>
            </a:r>
            <a:r>
              <a:rPr lang="en-US" i="1"/>
              <a:t>C </a:t>
            </a:r>
            <a:r>
              <a:rPr lang="en-US"/>
              <a:t>(6,4)</a:t>
            </a:r>
          </a:p>
        </p:txBody>
      </p:sp>
      <p:sp>
        <p:nvSpPr>
          <p:cNvPr id="74756" name="Text Box 4"/>
          <p:cNvSpPr txBox="1">
            <a:spLocks noChangeArrowheads="1"/>
          </p:cNvSpPr>
          <p:nvPr/>
        </p:nvSpPr>
        <p:spPr bwMode="auto">
          <a:xfrm>
            <a:off x="533400" y="1295400"/>
            <a:ext cx="2286000" cy="4770537"/>
          </a:xfrm>
          <a:prstGeom prst="rect">
            <a:avLst/>
          </a:prstGeom>
          <a:noFill/>
          <a:ln w="9525">
            <a:noFill/>
            <a:miter lim="800000"/>
            <a:headEnd/>
            <a:tailEnd/>
          </a:ln>
          <a:effectLst/>
        </p:spPr>
        <p:txBody>
          <a:bodyPr wrap="square">
            <a:spAutoFit/>
          </a:bodyPr>
          <a:lstStyle/>
          <a:p>
            <a:r>
              <a:rPr lang="en-US" sz="3800" i="1">
                <a:solidFill>
                  <a:schemeClr val="tx2"/>
                </a:solidFill>
              </a:rPr>
              <a:t>n </a:t>
            </a:r>
            <a:r>
              <a:rPr lang="en-US" sz="3800">
                <a:solidFill>
                  <a:schemeClr val="tx2"/>
                </a:solidFill>
              </a:rPr>
              <a:t>=</a:t>
            </a:r>
            <a:r>
              <a:rPr lang="en-US" sz="3800" i="1">
                <a:solidFill>
                  <a:schemeClr val="tx2"/>
                </a:solidFill>
              </a:rPr>
              <a:t> </a:t>
            </a:r>
            <a:r>
              <a:rPr lang="en-US" sz="3800" err="1">
                <a:solidFill>
                  <a:schemeClr val="tx2"/>
                </a:solidFill>
              </a:rPr>
              <a:t>ligne</a:t>
            </a:r>
            <a:endParaRPr lang="en-US" sz="3800">
              <a:solidFill>
                <a:schemeClr val="tx2"/>
              </a:solidFill>
            </a:endParaRPr>
          </a:p>
          <a:p>
            <a:r>
              <a:rPr lang="en-US" sz="3800">
                <a:solidFill>
                  <a:schemeClr val="tx2"/>
                </a:solidFill>
              </a:rPr>
              <a:t>0</a:t>
            </a:r>
          </a:p>
          <a:p>
            <a:r>
              <a:rPr lang="en-US" sz="3800">
                <a:solidFill>
                  <a:schemeClr val="tx2"/>
                </a:solidFill>
              </a:rPr>
              <a:t>1</a:t>
            </a:r>
          </a:p>
          <a:p>
            <a:r>
              <a:rPr lang="en-US" sz="3800">
                <a:solidFill>
                  <a:schemeClr val="tx2"/>
                </a:solidFill>
              </a:rPr>
              <a:t>2</a:t>
            </a:r>
          </a:p>
          <a:p>
            <a:r>
              <a:rPr lang="en-US" sz="3800">
                <a:solidFill>
                  <a:schemeClr val="tx2"/>
                </a:solidFill>
              </a:rPr>
              <a:t>3</a:t>
            </a:r>
          </a:p>
          <a:p>
            <a:r>
              <a:rPr lang="en-US" sz="3800">
                <a:solidFill>
                  <a:schemeClr val="tx2"/>
                </a:solidFill>
              </a:rPr>
              <a:t>4</a:t>
            </a:r>
          </a:p>
          <a:p>
            <a:r>
              <a:rPr lang="en-US" sz="3800">
                <a:solidFill>
                  <a:schemeClr val="tx2"/>
                </a:solidFill>
              </a:rPr>
              <a:t>5</a:t>
            </a:r>
          </a:p>
          <a:p>
            <a:r>
              <a:rPr lang="en-US" sz="3800">
                <a:solidFill>
                  <a:schemeClr val="tx2"/>
                </a:solidFill>
              </a:rPr>
              <a:t>6</a:t>
            </a:r>
          </a:p>
        </p:txBody>
      </p:sp>
      <p:sp>
        <p:nvSpPr>
          <p:cNvPr id="74757" name="Line 5"/>
          <p:cNvSpPr>
            <a:spLocks noChangeShapeType="1"/>
          </p:cNvSpPr>
          <p:nvPr/>
        </p:nvSpPr>
        <p:spPr bwMode="auto">
          <a:xfrm>
            <a:off x="1447800" y="2209800"/>
            <a:ext cx="3048000" cy="0"/>
          </a:xfrm>
          <a:prstGeom prst="line">
            <a:avLst/>
          </a:prstGeom>
          <a:noFill/>
          <a:ln w="9525">
            <a:solidFill>
              <a:schemeClr val="tx1"/>
            </a:solidFill>
            <a:round/>
            <a:headEnd/>
            <a:tailEnd/>
          </a:ln>
          <a:effectLst/>
        </p:spPr>
        <p:txBody>
          <a:bodyPr wrap="none"/>
          <a:lstStyle/>
          <a:p>
            <a:endParaRPr lang="fr-FR"/>
          </a:p>
        </p:txBody>
      </p:sp>
      <p:sp>
        <p:nvSpPr>
          <p:cNvPr id="74758" name="Line 6"/>
          <p:cNvSpPr>
            <a:spLocks noChangeShapeType="1"/>
          </p:cNvSpPr>
          <p:nvPr/>
        </p:nvSpPr>
        <p:spPr bwMode="auto">
          <a:xfrm>
            <a:off x="1447800" y="2743200"/>
            <a:ext cx="2743200" cy="0"/>
          </a:xfrm>
          <a:prstGeom prst="line">
            <a:avLst/>
          </a:prstGeom>
          <a:noFill/>
          <a:ln w="9525">
            <a:solidFill>
              <a:schemeClr val="tx1"/>
            </a:solidFill>
            <a:round/>
            <a:headEnd/>
            <a:tailEnd/>
          </a:ln>
          <a:effectLst/>
        </p:spPr>
        <p:txBody>
          <a:bodyPr wrap="none"/>
          <a:lstStyle/>
          <a:p>
            <a:endParaRPr lang="fr-FR"/>
          </a:p>
        </p:txBody>
      </p:sp>
      <p:sp>
        <p:nvSpPr>
          <p:cNvPr id="74759" name="Line 7"/>
          <p:cNvSpPr>
            <a:spLocks noChangeShapeType="1"/>
          </p:cNvSpPr>
          <p:nvPr/>
        </p:nvSpPr>
        <p:spPr bwMode="auto">
          <a:xfrm>
            <a:off x="1447800" y="3352800"/>
            <a:ext cx="2362200" cy="0"/>
          </a:xfrm>
          <a:prstGeom prst="line">
            <a:avLst/>
          </a:prstGeom>
          <a:noFill/>
          <a:ln w="9525">
            <a:solidFill>
              <a:schemeClr val="tx1"/>
            </a:solidFill>
            <a:round/>
            <a:headEnd/>
            <a:tailEnd/>
          </a:ln>
          <a:effectLst/>
        </p:spPr>
        <p:txBody>
          <a:bodyPr wrap="none"/>
          <a:lstStyle/>
          <a:p>
            <a:endParaRPr lang="fr-FR"/>
          </a:p>
        </p:txBody>
      </p:sp>
      <p:sp>
        <p:nvSpPr>
          <p:cNvPr id="74760" name="Line 8"/>
          <p:cNvSpPr>
            <a:spLocks noChangeShapeType="1"/>
          </p:cNvSpPr>
          <p:nvPr/>
        </p:nvSpPr>
        <p:spPr bwMode="auto">
          <a:xfrm>
            <a:off x="1447800" y="3962400"/>
            <a:ext cx="2209800" cy="0"/>
          </a:xfrm>
          <a:prstGeom prst="line">
            <a:avLst/>
          </a:prstGeom>
          <a:noFill/>
          <a:ln w="9525">
            <a:solidFill>
              <a:schemeClr val="tx1"/>
            </a:solidFill>
            <a:round/>
            <a:headEnd/>
            <a:tailEnd/>
          </a:ln>
          <a:effectLst/>
        </p:spPr>
        <p:txBody>
          <a:bodyPr wrap="none"/>
          <a:lstStyle/>
          <a:p>
            <a:endParaRPr lang="fr-FR"/>
          </a:p>
        </p:txBody>
      </p:sp>
      <p:sp>
        <p:nvSpPr>
          <p:cNvPr id="74761" name="Line 9"/>
          <p:cNvSpPr>
            <a:spLocks noChangeShapeType="1"/>
          </p:cNvSpPr>
          <p:nvPr/>
        </p:nvSpPr>
        <p:spPr bwMode="auto">
          <a:xfrm>
            <a:off x="1447800" y="4572000"/>
            <a:ext cx="1905000" cy="0"/>
          </a:xfrm>
          <a:prstGeom prst="line">
            <a:avLst/>
          </a:prstGeom>
          <a:noFill/>
          <a:ln w="9525">
            <a:solidFill>
              <a:schemeClr val="tx1"/>
            </a:solidFill>
            <a:round/>
            <a:headEnd/>
            <a:tailEnd/>
          </a:ln>
          <a:effectLst/>
        </p:spPr>
        <p:txBody>
          <a:bodyPr wrap="none"/>
          <a:lstStyle/>
          <a:p>
            <a:endParaRPr lang="fr-FR"/>
          </a:p>
        </p:txBody>
      </p:sp>
      <p:sp>
        <p:nvSpPr>
          <p:cNvPr id="74762" name="Line 10"/>
          <p:cNvSpPr>
            <a:spLocks noChangeShapeType="1"/>
          </p:cNvSpPr>
          <p:nvPr/>
        </p:nvSpPr>
        <p:spPr bwMode="auto">
          <a:xfrm>
            <a:off x="1447800" y="5181600"/>
            <a:ext cx="1752600" cy="0"/>
          </a:xfrm>
          <a:prstGeom prst="line">
            <a:avLst/>
          </a:prstGeom>
          <a:noFill/>
          <a:ln w="9525">
            <a:solidFill>
              <a:schemeClr val="tx1"/>
            </a:solidFill>
            <a:round/>
            <a:headEnd/>
            <a:tailEnd/>
          </a:ln>
          <a:effectLst/>
        </p:spPr>
        <p:txBody>
          <a:bodyPr wrap="none"/>
          <a:lstStyle/>
          <a:p>
            <a:endParaRPr lang="fr-FR"/>
          </a:p>
        </p:txBody>
      </p:sp>
      <p:sp>
        <p:nvSpPr>
          <p:cNvPr id="74763" name="Line 11"/>
          <p:cNvSpPr>
            <a:spLocks noChangeShapeType="1"/>
          </p:cNvSpPr>
          <p:nvPr/>
        </p:nvSpPr>
        <p:spPr bwMode="auto">
          <a:xfrm>
            <a:off x="1447800" y="5715000"/>
            <a:ext cx="1676400" cy="0"/>
          </a:xfrm>
          <a:prstGeom prst="line">
            <a:avLst/>
          </a:prstGeom>
          <a:noFill/>
          <a:ln w="9525">
            <a:solidFill>
              <a:schemeClr val="tx1"/>
            </a:solidFill>
            <a:round/>
            <a:headEnd/>
            <a:tailEnd/>
          </a:ln>
          <a:effectLst/>
        </p:spPr>
        <p:txBody>
          <a:bodyPr wrap="none"/>
          <a:lstStyle/>
          <a:p>
            <a:endParaRPr lang="fr-FR"/>
          </a:p>
        </p:txBody>
      </p:sp>
      <p:sp>
        <p:nvSpPr>
          <p:cNvPr id="74764" name="Text Box 12"/>
          <p:cNvSpPr txBox="1">
            <a:spLocks noChangeArrowheads="1"/>
          </p:cNvSpPr>
          <p:nvPr/>
        </p:nvSpPr>
        <p:spPr bwMode="auto">
          <a:xfrm>
            <a:off x="4724400" y="1376839"/>
            <a:ext cx="5181600" cy="4185761"/>
          </a:xfrm>
          <a:prstGeom prst="rect">
            <a:avLst/>
          </a:prstGeom>
          <a:noFill/>
          <a:ln w="9525">
            <a:noFill/>
            <a:miter lim="800000"/>
            <a:headEnd/>
            <a:tailEnd/>
          </a:ln>
          <a:effectLst/>
        </p:spPr>
        <p:txBody>
          <a:bodyPr wrap="square">
            <a:spAutoFit/>
          </a:bodyPr>
          <a:lstStyle/>
          <a:p>
            <a:r>
              <a:rPr lang="en-US" sz="3800">
                <a:solidFill>
                  <a:schemeClr val="tx2"/>
                </a:solidFill>
              </a:rPr>
              <a:t> 0</a:t>
            </a:r>
            <a:r>
              <a:rPr lang="en-US" sz="3800" i="1">
                <a:solidFill>
                  <a:schemeClr val="tx2"/>
                </a:solidFill>
              </a:rPr>
              <a:t>  k </a:t>
            </a:r>
            <a:r>
              <a:rPr lang="en-US" sz="3800">
                <a:solidFill>
                  <a:schemeClr val="tx2"/>
                </a:solidFill>
              </a:rPr>
              <a:t>=</a:t>
            </a:r>
            <a:r>
              <a:rPr lang="en-US" sz="3800" i="1">
                <a:solidFill>
                  <a:schemeClr val="tx2"/>
                </a:solidFill>
              </a:rPr>
              <a:t> </a:t>
            </a:r>
            <a:r>
              <a:rPr lang="en-US" sz="3800">
                <a:solidFill>
                  <a:schemeClr val="tx2"/>
                </a:solidFill>
              </a:rPr>
              <a:t>col. </a:t>
            </a:r>
            <a:r>
              <a:rPr lang="en-US" sz="3800" err="1">
                <a:solidFill>
                  <a:schemeClr val="tx2"/>
                </a:solidFill>
              </a:rPr>
              <a:t>diagonale</a:t>
            </a:r>
            <a:endParaRPr lang="en-US" sz="3800">
              <a:solidFill>
                <a:schemeClr val="tx2"/>
              </a:solidFill>
            </a:endParaRPr>
          </a:p>
          <a:p>
            <a:r>
              <a:rPr lang="en-US" sz="3800">
                <a:solidFill>
                  <a:schemeClr val="tx2"/>
                </a:solidFill>
              </a:rPr>
              <a:t>   1</a:t>
            </a:r>
          </a:p>
          <a:p>
            <a:r>
              <a:rPr lang="en-US" sz="3800">
                <a:solidFill>
                  <a:schemeClr val="tx2"/>
                </a:solidFill>
              </a:rPr>
              <a:t>    2</a:t>
            </a:r>
          </a:p>
          <a:p>
            <a:r>
              <a:rPr lang="en-US" sz="3800">
                <a:solidFill>
                  <a:schemeClr val="tx2"/>
                </a:solidFill>
              </a:rPr>
              <a:t>     3</a:t>
            </a:r>
          </a:p>
          <a:p>
            <a:r>
              <a:rPr lang="en-US" sz="3800">
                <a:solidFill>
                  <a:schemeClr val="tx2"/>
                </a:solidFill>
              </a:rPr>
              <a:t>	4</a:t>
            </a:r>
          </a:p>
          <a:p>
            <a:r>
              <a:rPr lang="en-US" sz="3800">
                <a:solidFill>
                  <a:schemeClr val="tx2"/>
                </a:solidFill>
              </a:rPr>
              <a:t>	 5</a:t>
            </a:r>
          </a:p>
          <a:p>
            <a:r>
              <a:rPr lang="en-US" sz="3800">
                <a:solidFill>
                  <a:schemeClr val="tx2"/>
                </a:solidFill>
              </a:rPr>
              <a:t>	   6</a:t>
            </a:r>
          </a:p>
        </p:txBody>
      </p:sp>
      <p:sp>
        <p:nvSpPr>
          <p:cNvPr id="74765" name="Line 13"/>
          <p:cNvSpPr>
            <a:spLocks noChangeShapeType="1"/>
          </p:cNvSpPr>
          <p:nvPr/>
        </p:nvSpPr>
        <p:spPr bwMode="auto">
          <a:xfrm flipV="1">
            <a:off x="3200400" y="1905000"/>
            <a:ext cx="1676400" cy="4038600"/>
          </a:xfrm>
          <a:prstGeom prst="line">
            <a:avLst/>
          </a:prstGeom>
          <a:noFill/>
          <a:ln w="9525">
            <a:solidFill>
              <a:schemeClr val="tx1"/>
            </a:solidFill>
            <a:round/>
            <a:headEnd/>
            <a:tailEnd/>
          </a:ln>
          <a:effectLst/>
        </p:spPr>
        <p:txBody>
          <a:bodyPr wrap="none"/>
          <a:lstStyle/>
          <a:p>
            <a:endParaRPr lang="fr-FR"/>
          </a:p>
        </p:txBody>
      </p:sp>
      <p:sp>
        <p:nvSpPr>
          <p:cNvPr id="74766" name="Line 14"/>
          <p:cNvSpPr>
            <a:spLocks noChangeShapeType="1"/>
          </p:cNvSpPr>
          <p:nvPr/>
        </p:nvSpPr>
        <p:spPr bwMode="auto">
          <a:xfrm flipV="1">
            <a:off x="3733800" y="2362200"/>
            <a:ext cx="1524000" cy="3429000"/>
          </a:xfrm>
          <a:prstGeom prst="line">
            <a:avLst/>
          </a:prstGeom>
          <a:noFill/>
          <a:ln w="9525">
            <a:solidFill>
              <a:schemeClr val="tx1"/>
            </a:solidFill>
            <a:round/>
            <a:headEnd/>
            <a:tailEnd/>
          </a:ln>
          <a:effectLst/>
        </p:spPr>
        <p:txBody>
          <a:bodyPr wrap="none"/>
          <a:lstStyle/>
          <a:p>
            <a:endParaRPr lang="fr-FR"/>
          </a:p>
        </p:txBody>
      </p:sp>
      <p:sp>
        <p:nvSpPr>
          <p:cNvPr id="74767" name="Line 15"/>
          <p:cNvSpPr>
            <a:spLocks noChangeShapeType="1"/>
          </p:cNvSpPr>
          <p:nvPr/>
        </p:nvSpPr>
        <p:spPr bwMode="auto">
          <a:xfrm flipV="1">
            <a:off x="4114800" y="2819400"/>
            <a:ext cx="1371600" cy="3048000"/>
          </a:xfrm>
          <a:prstGeom prst="line">
            <a:avLst/>
          </a:prstGeom>
          <a:noFill/>
          <a:ln w="9525">
            <a:solidFill>
              <a:schemeClr val="tx1"/>
            </a:solidFill>
            <a:round/>
            <a:headEnd/>
            <a:tailEnd/>
          </a:ln>
          <a:effectLst/>
        </p:spPr>
        <p:txBody>
          <a:bodyPr wrap="none"/>
          <a:lstStyle/>
          <a:p>
            <a:endParaRPr lang="fr-FR"/>
          </a:p>
        </p:txBody>
      </p:sp>
      <p:sp>
        <p:nvSpPr>
          <p:cNvPr id="74768" name="Line 16"/>
          <p:cNvSpPr>
            <a:spLocks noChangeShapeType="1"/>
          </p:cNvSpPr>
          <p:nvPr/>
        </p:nvSpPr>
        <p:spPr bwMode="auto">
          <a:xfrm flipV="1">
            <a:off x="4648200" y="3581400"/>
            <a:ext cx="990600" cy="2286000"/>
          </a:xfrm>
          <a:prstGeom prst="line">
            <a:avLst/>
          </a:prstGeom>
          <a:noFill/>
          <a:ln w="9525">
            <a:solidFill>
              <a:schemeClr val="tx1"/>
            </a:solidFill>
            <a:round/>
            <a:headEnd/>
            <a:tailEnd/>
          </a:ln>
          <a:effectLst/>
        </p:spPr>
        <p:txBody>
          <a:bodyPr wrap="none"/>
          <a:lstStyle/>
          <a:p>
            <a:endParaRPr lang="fr-FR"/>
          </a:p>
        </p:txBody>
      </p:sp>
      <p:sp>
        <p:nvSpPr>
          <p:cNvPr id="74769" name="Line 17"/>
          <p:cNvSpPr>
            <a:spLocks noChangeShapeType="1"/>
          </p:cNvSpPr>
          <p:nvPr/>
        </p:nvSpPr>
        <p:spPr bwMode="auto">
          <a:xfrm flipV="1">
            <a:off x="5257800" y="4038600"/>
            <a:ext cx="609600" cy="1676400"/>
          </a:xfrm>
          <a:prstGeom prst="line">
            <a:avLst/>
          </a:prstGeom>
          <a:noFill/>
          <a:ln w="9525">
            <a:solidFill>
              <a:schemeClr val="tx1"/>
            </a:solidFill>
            <a:round/>
            <a:headEnd/>
            <a:tailEnd/>
          </a:ln>
          <a:effectLst/>
        </p:spPr>
        <p:txBody>
          <a:bodyPr wrap="none"/>
          <a:lstStyle/>
          <a:p>
            <a:endParaRPr lang="fr-FR"/>
          </a:p>
        </p:txBody>
      </p:sp>
      <p:sp>
        <p:nvSpPr>
          <p:cNvPr id="74770" name="Line 18"/>
          <p:cNvSpPr>
            <a:spLocks noChangeShapeType="1"/>
          </p:cNvSpPr>
          <p:nvPr/>
        </p:nvSpPr>
        <p:spPr bwMode="auto">
          <a:xfrm flipV="1">
            <a:off x="5638800" y="4876800"/>
            <a:ext cx="304800" cy="990600"/>
          </a:xfrm>
          <a:prstGeom prst="line">
            <a:avLst/>
          </a:prstGeom>
          <a:noFill/>
          <a:ln w="9525">
            <a:solidFill>
              <a:schemeClr val="tx1"/>
            </a:solidFill>
            <a:round/>
            <a:headEnd/>
            <a:tailEnd/>
          </a:ln>
          <a:effectLst/>
        </p:spPr>
        <p:txBody>
          <a:bodyPr wrap="none"/>
          <a:lstStyle/>
          <a:p>
            <a:endParaRPr lang="fr-FR"/>
          </a:p>
        </p:txBody>
      </p:sp>
      <p:sp>
        <p:nvSpPr>
          <p:cNvPr id="74771" name="Line 19"/>
          <p:cNvSpPr>
            <a:spLocks noChangeShapeType="1"/>
          </p:cNvSpPr>
          <p:nvPr/>
        </p:nvSpPr>
        <p:spPr bwMode="auto">
          <a:xfrm flipV="1">
            <a:off x="6019800" y="5257800"/>
            <a:ext cx="228600" cy="609600"/>
          </a:xfrm>
          <a:prstGeom prst="line">
            <a:avLst/>
          </a:prstGeom>
          <a:noFill/>
          <a:ln w="9525">
            <a:solidFill>
              <a:schemeClr val="tx1"/>
            </a:solidFill>
            <a:round/>
            <a:headEnd/>
            <a:tailEnd/>
          </a:ln>
          <a:effectLst/>
        </p:spPr>
        <p:txBody>
          <a:bodyPr wrap="none"/>
          <a:lstStyle/>
          <a:p>
            <a:endParaRPr lang="fr-F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space réservé du numéro de diapositive 5"/>
          <p:cNvSpPr>
            <a:spLocks noGrp="1"/>
          </p:cNvSpPr>
          <p:nvPr>
            <p:ph type="sldNum" sz="quarter" idx="12"/>
          </p:nvPr>
        </p:nvSpPr>
        <p:spPr/>
        <p:txBody>
          <a:bodyPr/>
          <a:lstStyle/>
          <a:p>
            <a:fld id="{DCB3E473-67F7-43BA-9CD0-C06B2D5961AA}" type="slidenum">
              <a:rPr lang="en-US"/>
              <a:pPr/>
              <a:t>24</a:t>
            </a:fld>
            <a:endParaRPr lang="en-US"/>
          </a:p>
        </p:txBody>
      </p:sp>
      <p:sp>
        <p:nvSpPr>
          <p:cNvPr id="75778"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endParaRPr lang="en-US" i="1"/>
          </a:p>
        </p:txBody>
      </p:sp>
      <p:sp>
        <p:nvSpPr>
          <p:cNvPr id="75779" name="Rectangle 3" descr="Rectangle: Click to edit Master text styles&#10;Second level&#10;Third level&#10;Fourth level&#10;Fifth level"/>
          <p:cNvSpPr>
            <a:spLocks noGrp="1" noChangeArrowheads="1"/>
          </p:cNvSpPr>
          <p:nvPr>
            <p:ph type="body" idx="1"/>
          </p:nvPr>
        </p:nvSpPr>
        <p:spPr>
          <a:xfrm>
            <a:off x="685800" y="1905000"/>
            <a:ext cx="8305800" cy="4724400"/>
          </a:xfrm>
        </p:spPr>
        <p:txBody>
          <a:bodyPr/>
          <a:lstStyle/>
          <a:p>
            <a:pPr algn="ctr">
              <a:buFont typeface="Wingdings" pitchFamily="2" charset="2"/>
              <a:buNone/>
            </a:pPr>
            <a:r>
              <a:rPr lang="en-US"/>
              <a:t>1</a:t>
            </a:r>
          </a:p>
          <a:p>
            <a:pPr algn="ctr">
              <a:buFont typeface="Wingdings" pitchFamily="2" charset="2"/>
              <a:buNone/>
            </a:pPr>
            <a:r>
              <a:rPr lang="en-US"/>
              <a:t>1   1</a:t>
            </a:r>
          </a:p>
          <a:p>
            <a:pPr algn="ctr">
              <a:buFont typeface="Wingdings" pitchFamily="2" charset="2"/>
              <a:buNone/>
            </a:pPr>
            <a:r>
              <a:rPr lang="en-US"/>
              <a:t>1  2  1</a:t>
            </a:r>
          </a:p>
          <a:p>
            <a:pPr algn="ctr">
              <a:buFont typeface="Wingdings" pitchFamily="2" charset="2"/>
              <a:buNone/>
            </a:pPr>
            <a:r>
              <a:rPr lang="en-US"/>
              <a:t>1 3   3 1</a:t>
            </a:r>
          </a:p>
          <a:p>
            <a:pPr algn="ctr">
              <a:buFont typeface="Wingdings" pitchFamily="2" charset="2"/>
              <a:buNone/>
            </a:pPr>
            <a:r>
              <a:rPr lang="en-US"/>
              <a:t>1 4  6  4  1</a:t>
            </a:r>
          </a:p>
          <a:p>
            <a:pPr algn="ctr">
              <a:buFont typeface="Wingdings" pitchFamily="2" charset="2"/>
              <a:buNone/>
            </a:pPr>
            <a:r>
              <a:rPr lang="en-US"/>
              <a:t>1 5 10 10 5 1</a:t>
            </a:r>
          </a:p>
          <a:p>
            <a:pPr algn="ctr">
              <a:buFont typeface="Wingdings" pitchFamily="2" charset="2"/>
              <a:buNone/>
            </a:pPr>
            <a:r>
              <a:rPr lang="en-US"/>
              <a:t>1 6 15 20 </a:t>
            </a:r>
            <a:r>
              <a:rPr lang="en-US" b="1">
                <a:solidFill>
                  <a:schemeClr val="tx2"/>
                </a:solidFill>
              </a:rPr>
              <a:t>15</a:t>
            </a:r>
            <a:r>
              <a:rPr lang="en-US"/>
              <a:t> 6 1</a:t>
            </a:r>
          </a:p>
          <a:p>
            <a:pPr>
              <a:buNone/>
            </a:pPr>
            <a:r>
              <a:rPr lang="en-US"/>
              <a:t>A:</a:t>
            </a:r>
            <a:r>
              <a:rPr lang="en-US" i="1"/>
              <a:t>C </a:t>
            </a:r>
            <a:r>
              <a:rPr lang="en-US"/>
              <a:t>(6,4)=15.  Q:  Comment former </a:t>
            </a:r>
            <a:r>
              <a:rPr lang="en-US" i="1"/>
              <a:t>C(</a:t>
            </a:r>
            <a:r>
              <a:rPr lang="en-US" i="1" err="1"/>
              <a:t>n,k</a:t>
            </a:r>
            <a:r>
              <a:rPr lang="en-US" i="1"/>
              <a:t>)</a:t>
            </a:r>
            <a:r>
              <a:rPr lang="en-US"/>
              <a:t> ?</a:t>
            </a:r>
            <a:r>
              <a:rPr lang="en-US" i="1"/>
              <a:t> </a:t>
            </a:r>
            <a:endParaRPr lang="en-US"/>
          </a:p>
        </p:txBody>
      </p:sp>
      <p:sp>
        <p:nvSpPr>
          <p:cNvPr id="75780" name="Text Box 4"/>
          <p:cNvSpPr txBox="1">
            <a:spLocks noChangeArrowheads="1"/>
          </p:cNvSpPr>
          <p:nvPr/>
        </p:nvSpPr>
        <p:spPr bwMode="auto">
          <a:xfrm>
            <a:off x="533400" y="1295400"/>
            <a:ext cx="2286000" cy="4770537"/>
          </a:xfrm>
          <a:prstGeom prst="rect">
            <a:avLst/>
          </a:prstGeom>
          <a:noFill/>
          <a:ln w="9525">
            <a:noFill/>
            <a:miter lim="800000"/>
            <a:headEnd/>
            <a:tailEnd/>
          </a:ln>
          <a:effectLst/>
        </p:spPr>
        <p:txBody>
          <a:bodyPr wrap="square">
            <a:spAutoFit/>
          </a:bodyPr>
          <a:lstStyle/>
          <a:p>
            <a:r>
              <a:rPr lang="en-US" sz="3800" i="1">
                <a:solidFill>
                  <a:schemeClr val="tx2"/>
                </a:solidFill>
              </a:rPr>
              <a:t>n </a:t>
            </a:r>
            <a:r>
              <a:rPr lang="en-US" sz="3800">
                <a:solidFill>
                  <a:schemeClr val="tx2"/>
                </a:solidFill>
              </a:rPr>
              <a:t>=</a:t>
            </a:r>
            <a:r>
              <a:rPr lang="en-US" sz="3800" i="1">
                <a:solidFill>
                  <a:schemeClr val="tx2"/>
                </a:solidFill>
              </a:rPr>
              <a:t> </a:t>
            </a:r>
            <a:r>
              <a:rPr lang="en-US" sz="3800" err="1">
                <a:solidFill>
                  <a:schemeClr val="tx2"/>
                </a:solidFill>
              </a:rPr>
              <a:t>ligne</a:t>
            </a:r>
            <a:endParaRPr lang="en-US" sz="3800">
              <a:solidFill>
                <a:schemeClr val="tx2"/>
              </a:solidFill>
            </a:endParaRPr>
          </a:p>
          <a:p>
            <a:r>
              <a:rPr lang="en-US" sz="3800">
                <a:solidFill>
                  <a:schemeClr val="tx2"/>
                </a:solidFill>
              </a:rPr>
              <a:t>0</a:t>
            </a:r>
          </a:p>
          <a:p>
            <a:r>
              <a:rPr lang="en-US" sz="3800">
                <a:solidFill>
                  <a:schemeClr val="tx2"/>
                </a:solidFill>
              </a:rPr>
              <a:t>1</a:t>
            </a:r>
          </a:p>
          <a:p>
            <a:r>
              <a:rPr lang="en-US" sz="3800">
                <a:solidFill>
                  <a:schemeClr val="tx2"/>
                </a:solidFill>
              </a:rPr>
              <a:t>2</a:t>
            </a:r>
          </a:p>
          <a:p>
            <a:r>
              <a:rPr lang="en-US" sz="3800">
                <a:solidFill>
                  <a:schemeClr val="tx2"/>
                </a:solidFill>
              </a:rPr>
              <a:t>3</a:t>
            </a:r>
          </a:p>
          <a:p>
            <a:r>
              <a:rPr lang="en-US" sz="3800">
                <a:solidFill>
                  <a:schemeClr val="tx2"/>
                </a:solidFill>
              </a:rPr>
              <a:t>4</a:t>
            </a:r>
          </a:p>
          <a:p>
            <a:r>
              <a:rPr lang="en-US" sz="3800">
                <a:solidFill>
                  <a:schemeClr val="tx2"/>
                </a:solidFill>
              </a:rPr>
              <a:t>5</a:t>
            </a:r>
          </a:p>
          <a:p>
            <a:r>
              <a:rPr lang="en-US" sz="3800">
                <a:solidFill>
                  <a:schemeClr val="tx2"/>
                </a:solidFill>
              </a:rPr>
              <a:t>6</a:t>
            </a:r>
          </a:p>
        </p:txBody>
      </p:sp>
      <p:sp>
        <p:nvSpPr>
          <p:cNvPr id="75781" name="Line 5"/>
          <p:cNvSpPr>
            <a:spLocks noChangeShapeType="1"/>
          </p:cNvSpPr>
          <p:nvPr/>
        </p:nvSpPr>
        <p:spPr bwMode="auto">
          <a:xfrm>
            <a:off x="1447800" y="2209800"/>
            <a:ext cx="3048000" cy="0"/>
          </a:xfrm>
          <a:prstGeom prst="line">
            <a:avLst/>
          </a:prstGeom>
          <a:noFill/>
          <a:ln w="9525">
            <a:solidFill>
              <a:schemeClr val="tx1"/>
            </a:solidFill>
            <a:round/>
            <a:headEnd/>
            <a:tailEnd/>
          </a:ln>
          <a:effectLst/>
        </p:spPr>
        <p:txBody>
          <a:bodyPr wrap="none"/>
          <a:lstStyle/>
          <a:p>
            <a:endParaRPr lang="fr-FR"/>
          </a:p>
        </p:txBody>
      </p:sp>
      <p:sp>
        <p:nvSpPr>
          <p:cNvPr id="75782" name="Line 6"/>
          <p:cNvSpPr>
            <a:spLocks noChangeShapeType="1"/>
          </p:cNvSpPr>
          <p:nvPr/>
        </p:nvSpPr>
        <p:spPr bwMode="auto">
          <a:xfrm>
            <a:off x="1447800" y="2743200"/>
            <a:ext cx="2743200" cy="0"/>
          </a:xfrm>
          <a:prstGeom prst="line">
            <a:avLst/>
          </a:prstGeom>
          <a:noFill/>
          <a:ln w="9525">
            <a:solidFill>
              <a:schemeClr val="tx1"/>
            </a:solidFill>
            <a:round/>
            <a:headEnd/>
            <a:tailEnd/>
          </a:ln>
          <a:effectLst/>
        </p:spPr>
        <p:txBody>
          <a:bodyPr wrap="none"/>
          <a:lstStyle/>
          <a:p>
            <a:endParaRPr lang="fr-FR"/>
          </a:p>
        </p:txBody>
      </p:sp>
      <p:sp>
        <p:nvSpPr>
          <p:cNvPr id="75783" name="Line 7"/>
          <p:cNvSpPr>
            <a:spLocks noChangeShapeType="1"/>
          </p:cNvSpPr>
          <p:nvPr/>
        </p:nvSpPr>
        <p:spPr bwMode="auto">
          <a:xfrm>
            <a:off x="1447800" y="3352800"/>
            <a:ext cx="2362200" cy="0"/>
          </a:xfrm>
          <a:prstGeom prst="line">
            <a:avLst/>
          </a:prstGeom>
          <a:noFill/>
          <a:ln w="9525">
            <a:solidFill>
              <a:schemeClr val="tx1"/>
            </a:solidFill>
            <a:round/>
            <a:headEnd/>
            <a:tailEnd/>
          </a:ln>
          <a:effectLst/>
        </p:spPr>
        <p:txBody>
          <a:bodyPr wrap="none"/>
          <a:lstStyle/>
          <a:p>
            <a:endParaRPr lang="fr-FR"/>
          </a:p>
        </p:txBody>
      </p:sp>
      <p:sp>
        <p:nvSpPr>
          <p:cNvPr id="75784" name="Line 8"/>
          <p:cNvSpPr>
            <a:spLocks noChangeShapeType="1"/>
          </p:cNvSpPr>
          <p:nvPr/>
        </p:nvSpPr>
        <p:spPr bwMode="auto">
          <a:xfrm>
            <a:off x="1447800" y="3962400"/>
            <a:ext cx="2209800" cy="0"/>
          </a:xfrm>
          <a:prstGeom prst="line">
            <a:avLst/>
          </a:prstGeom>
          <a:noFill/>
          <a:ln w="9525">
            <a:solidFill>
              <a:schemeClr val="tx1"/>
            </a:solidFill>
            <a:round/>
            <a:headEnd/>
            <a:tailEnd/>
          </a:ln>
          <a:effectLst/>
        </p:spPr>
        <p:txBody>
          <a:bodyPr wrap="none"/>
          <a:lstStyle/>
          <a:p>
            <a:endParaRPr lang="fr-FR"/>
          </a:p>
        </p:txBody>
      </p:sp>
      <p:sp>
        <p:nvSpPr>
          <p:cNvPr id="75785" name="Line 9"/>
          <p:cNvSpPr>
            <a:spLocks noChangeShapeType="1"/>
          </p:cNvSpPr>
          <p:nvPr/>
        </p:nvSpPr>
        <p:spPr bwMode="auto">
          <a:xfrm>
            <a:off x="1447800" y="4572000"/>
            <a:ext cx="1905000" cy="0"/>
          </a:xfrm>
          <a:prstGeom prst="line">
            <a:avLst/>
          </a:prstGeom>
          <a:noFill/>
          <a:ln w="9525">
            <a:solidFill>
              <a:schemeClr val="tx1"/>
            </a:solidFill>
            <a:round/>
            <a:headEnd/>
            <a:tailEnd/>
          </a:ln>
          <a:effectLst/>
        </p:spPr>
        <p:txBody>
          <a:bodyPr wrap="none"/>
          <a:lstStyle/>
          <a:p>
            <a:endParaRPr lang="fr-FR"/>
          </a:p>
        </p:txBody>
      </p:sp>
      <p:sp>
        <p:nvSpPr>
          <p:cNvPr id="75786" name="Line 10"/>
          <p:cNvSpPr>
            <a:spLocks noChangeShapeType="1"/>
          </p:cNvSpPr>
          <p:nvPr/>
        </p:nvSpPr>
        <p:spPr bwMode="auto">
          <a:xfrm>
            <a:off x="1447800" y="5181600"/>
            <a:ext cx="1752600" cy="0"/>
          </a:xfrm>
          <a:prstGeom prst="line">
            <a:avLst/>
          </a:prstGeom>
          <a:noFill/>
          <a:ln w="9525">
            <a:solidFill>
              <a:schemeClr val="tx1"/>
            </a:solidFill>
            <a:round/>
            <a:headEnd/>
            <a:tailEnd/>
          </a:ln>
          <a:effectLst/>
        </p:spPr>
        <p:txBody>
          <a:bodyPr wrap="none"/>
          <a:lstStyle/>
          <a:p>
            <a:endParaRPr lang="fr-FR"/>
          </a:p>
        </p:txBody>
      </p:sp>
      <p:sp>
        <p:nvSpPr>
          <p:cNvPr id="75787" name="Line 11"/>
          <p:cNvSpPr>
            <a:spLocks noChangeShapeType="1"/>
          </p:cNvSpPr>
          <p:nvPr/>
        </p:nvSpPr>
        <p:spPr bwMode="auto">
          <a:xfrm>
            <a:off x="1447800" y="5715000"/>
            <a:ext cx="1676400" cy="0"/>
          </a:xfrm>
          <a:prstGeom prst="line">
            <a:avLst/>
          </a:prstGeom>
          <a:noFill/>
          <a:ln w="9525">
            <a:solidFill>
              <a:schemeClr val="tx1"/>
            </a:solidFill>
            <a:round/>
            <a:headEnd/>
            <a:tailEnd/>
          </a:ln>
          <a:effectLst/>
        </p:spPr>
        <p:txBody>
          <a:bodyPr wrap="none"/>
          <a:lstStyle/>
          <a:p>
            <a:endParaRPr lang="fr-FR"/>
          </a:p>
        </p:txBody>
      </p:sp>
      <p:sp>
        <p:nvSpPr>
          <p:cNvPr id="75788" name="Text Box 12"/>
          <p:cNvSpPr txBox="1">
            <a:spLocks noChangeArrowheads="1"/>
          </p:cNvSpPr>
          <p:nvPr/>
        </p:nvSpPr>
        <p:spPr bwMode="auto">
          <a:xfrm>
            <a:off x="4724400" y="1295400"/>
            <a:ext cx="5334000" cy="4148138"/>
          </a:xfrm>
          <a:prstGeom prst="rect">
            <a:avLst/>
          </a:prstGeom>
          <a:noFill/>
          <a:ln w="9525">
            <a:noFill/>
            <a:miter lim="800000"/>
            <a:headEnd/>
            <a:tailEnd/>
          </a:ln>
          <a:effectLst/>
        </p:spPr>
        <p:txBody>
          <a:bodyPr wrap="square">
            <a:spAutoFit/>
          </a:bodyPr>
          <a:lstStyle/>
          <a:p>
            <a:r>
              <a:rPr lang="en-US" sz="3800">
                <a:solidFill>
                  <a:schemeClr val="tx2"/>
                </a:solidFill>
              </a:rPr>
              <a:t> 0</a:t>
            </a:r>
            <a:r>
              <a:rPr lang="en-US" sz="3800" i="1">
                <a:solidFill>
                  <a:schemeClr val="tx2"/>
                </a:solidFill>
              </a:rPr>
              <a:t> k </a:t>
            </a:r>
            <a:r>
              <a:rPr lang="en-US" sz="3800">
                <a:solidFill>
                  <a:schemeClr val="tx2"/>
                </a:solidFill>
              </a:rPr>
              <a:t>=</a:t>
            </a:r>
            <a:r>
              <a:rPr lang="en-US" sz="3800" i="1">
                <a:solidFill>
                  <a:schemeClr val="tx2"/>
                </a:solidFill>
              </a:rPr>
              <a:t> </a:t>
            </a:r>
            <a:r>
              <a:rPr lang="en-US" sz="3800">
                <a:solidFill>
                  <a:schemeClr val="tx2"/>
                </a:solidFill>
              </a:rPr>
              <a:t>col. </a:t>
            </a:r>
            <a:r>
              <a:rPr lang="fr-FR" sz="3800">
                <a:solidFill>
                  <a:schemeClr val="tx2"/>
                </a:solidFill>
              </a:rPr>
              <a:t>diagonale</a:t>
            </a:r>
          </a:p>
          <a:p>
            <a:r>
              <a:rPr lang="en-US" sz="3800">
                <a:solidFill>
                  <a:schemeClr val="tx2"/>
                </a:solidFill>
              </a:rPr>
              <a:t>   1</a:t>
            </a:r>
          </a:p>
          <a:p>
            <a:r>
              <a:rPr lang="en-US" sz="3800">
                <a:solidFill>
                  <a:schemeClr val="tx2"/>
                </a:solidFill>
              </a:rPr>
              <a:t>    2</a:t>
            </a:r>
          </a:p>
          <a:p>
            <a:r>
              <a:rPr lang="en-US" sz="3800">
                <a:solidFill>
                  <a:schemeClr val="tx2"/>
                </a:solidFill>
              </a:rPr>
              <a:t>     3</a:t>
            </a:r>
          </a:p>
          <a:p>
            <a:r>
              <a:rPr lang="en-US" sz="3800">
                <a:solidFill>
                  <a:schemeClr val="tx2"/>
                </a:solidFill>
              </a:rPr>
              <a:t>	4</a:t>
            </a:r>
          </a:p>
          <a:p>
            <a:r>
              <a:rPr lang="en-US" sz="3800">
                <a:solidFill>
                  <a:schemeClr val="tx2"/>
                </a:solidFill>
              </a:rPr>
              <a:t>	 5</a:t>
            </a:r>
          </a:p>
          <a:p>
            <a:r>
              <a:rPr lang="en-US" sz="3800">
                <a:solidFill>
                  <a:schemeClr val="tx2"/>
                </a:solidFill>
              </a:rPr>
              <a:t>	   6</a:t>
            </a:r>
          </a:p>
        </p:txBody>
      </p:sp>
      <p:sp>
        <p:nvSpPr>
          <p:cNvPr id="75789" name="Line 13"/>
          <p:cNvSpPr>
            <a:spLocks noChangeShapeType="1"/>
          </p:cNvSpPr>
          <p:nvPr/>
        </p:nvSpPr>
        <p:spPr bwMode="auto">
          <a:xfrm flipV="1">
            <a:off x="3276600" y="1905000"/>
            <a:ext cx="1676400" cy="4038600"/>
          </a:xfrm>
          <a:prstGeom prst="line">
            <a:avLst/>
          </a:prstGeom>
          <a:noFill/>
          <a:ln w="9525">
            <a:solidFill>
              <a:schemeClr val="tx1"/>
            </a:solidFill>
            <a:round/>
            <a:headEnd/>
            <a:tailEnd/>
          </a:ln>
          <a:effectLst/>
        </p:spPr>
        <p:txBody>
          <a:bodyPr wrap="none"/>
          <a:lstStyle/>
          <a:p>
            <a:endParaRPr lang="fr-FR"/>
          </a:p>
        </p:txBody>
      </p:sp>
      <p:sp>
        <p:nvSpPr>
          <p:cNvPr id="75790" name="Line 14"/>
          <p:cNvSpPr>
            <a:spLocks noChangeShapeType="1"/>
          </p:cNvSpPr>
          <p:nvPr/>
        </p:nvSpPr>
        <p:spPr bwMode="auto">
          <a:xfrm flipV="1">
            <a:off x="3733800" y="2362200"/>
            <a:ext cx="1524000" cy="3429000"/>
          </a:xfrm>
          <a:prstGeom prst="line">
            <a:avLst/>
          </a:prstGeom>
          <a:noFill/>
          <a:ln w="9525">
            <a:solidFill>
              <a:schemeClr val="tx1"/>
            </a:solidFill>
            <a:round/>
            <a:headEnd/>
            <a:tailEnd/>
          </a:ln>
          <a:effectLst/>
        </p:spPr>
        <p:txBody>
          <a:bodyPr wrap="none"/>
          <a:lstStyle/>
          <a:p>
            <a:endParaRPr lang="fr-FR"/>
          </a:p>
        </p:txBody>
      </p:sp>
      <p:sp>
        <p:nvSpPr>
          <p:cNvPr id="75791" name="Line 15"/>
          <p:cNvSpPr>
            <a:spLocks noChangeShapeType="1"/>
          </p:cNvSpPr>
          <p:nvPr/>
        </p:nvSpPr>
        <p:spPr bwMode="auto">
          <a:xfrm flipV="1">
            <a:off x="4114800" y="2819400"/>
            <a:ext cx="1371600" cy="3048000"/>
          </a:xfrm>
          <a:prstGeom prst="line">
            <a:avLst/>
          </a:prstGeom>
          <a:noFill/>
          <a:ln w="9525">
            <a:solidFill>
              <a:schemeClr val="tx1"/>
            </a:solidFill>
            <a:round/>
            <a:headEnd/>
            <a:tailEnd/>
          </a:ln>
          <a:effectLst/>
        </p:spPr>
        <p:txBody>
          <a:bodyPr wrap="none"/>
          <a:lstStyle/>
          <a:p>
            <a:endParaRPr lang="fr-FR"/>
          </a:p>
        </p:txBody>
      </p:sp>
      <p:sp>
        <p:nvSpPr>
          <p:cNvPr id="75792" name="Line 16"/>
          <p:cNvSpPr>
            <a:spLocks noChangeShapeType="1"/>
          </p:cNvSpPr>
          <p:nvPr/>
        </p:nvSpPr>
        <p:spPr bwMode="auto">
          <a:xfrm flipV="1">
            <a:off x="4648200" y="3581400"/>
            <a:ext cx="990600" cy="2286000"/>
          </a:xfrm>
          <a:prstGeom prst="line">
            <a:avLst/>
          </a:prstGeom>
          <a:noFill/>
          <a:ln w="9525">
            <a:solidFill>
              <a:schemeClr val="tx1"/>
            </a:solidFill>
            <a:round/>
            <a:headEnd/>
            <a:tailEnd/>
          </a:ln>
          <a:effectLst/>
        </p:spPr>
        <p:txBody>
          <a:bodyPr wrap="none"/>
          <a:lstStyle/>
          <a:p>
            <a:endParaRPr lang="fr-FR"/>
          </a:p>
        </p:txBody>
      </p:sp>
      <p:sp>
        <p:nvSpPr>
          <p:cNvPr id="75793" name="Line 17"/>
          <p:cNvSpPr>
            <a:spLocks noChangeShapeType="1"/>
          </p:cNvSpPr>
          <p:nvPr/>
        </p:nvSpPr>
        <p:spPr bwMode="auto">
          <a:xfrm flipV="1">
            <a:off x="5334000" y="4038600"/>
            <a:ext cx="609600" cy="1676400"/>
          </a:xfrm>
          <a:prstGeom prst="line">
            <a:avLst/>
          </a:prstGeom>
          <a:noFill/>
          <a:ln w="9525">
            <a:solidFill>
              <a:schemeClr val="tx1"/>
            </a:solidFill>
            <a:round/>
            <a:headEnd/>
            <a:tailEnd/>
          </a:ln>
          <a:effectLst/>
        </p:spPr>
        <p:txBody>
          <a:bodyPr wrap="none"/>
          <a:lstStyle/>
          <a:p>
            <a:endParaRPr lang="fr-FR"/>
          </a:p>
        </p:txBody>
      </p:sp>
      <p:sp>
        <p:nvSpPr>
          <p:cNvPr id="75794" name="Line 18"/>
          <p:cNvSpPr>
            <a:spLocks noChangeShapeType="1"/>
          </p:cNvSpPr>
          <p:nvPr/>
        </p:nvSpPr>
        <p:spPr bwMode="auto">
          <a:xfrm rot="-600000" flipV="1">
            <a:off x="5777091" y="4800600"/>
            <a:ext cx="304800" cy="1066800"/>
          </a:xfrm>
          <a:prstGeom prst="line">
            <a:avLst/>
          </a:prstGeom>
          <a:noFill/>
          <a:ln w="9525">
            <a:solidFill>
              <a:schemeClr val="tx1"/>
            </a:solidFill>
            <a:round/>
            <a:headEnd/>
            <a:tailEnd/>
          </a:ln>
          <a:effectLst/>
        </p:spPr>
        <p:txBody>
          <a:bodyPr wrap="none"/>
          <a:lstStyle/>
          <a:p>
            <a:endParaRPr lang="fr-FR"/>
          </a:p>
        </p:txBody>
      </p:sp>
      <p:sp>
        <p:nvSpPr>
          <p:cNvPr id="75795" name="Line 19"/>
          <p:cNvSpPr>
            <a:spLocks noChangeShapeType="1"/>
          </p:cNvSpPr>
          <p:nvPr/>
        </p:nvSpPr>
        <p:spPr bwMode="auto">
          <a:xfrm rot="-600000" flipV="1">
            <a:off x="6172200" y="5257800"/>
            <a:ext cx="228600" cy="609600"/>
          </a:xfrm>
          <a:prstGeom prst="line">
            <a:avLst/>
          </a:prstGeom>
          <a:noFill/>
          <a:ln w="9525">
            <a:solidFill>
              <a:schemeClr val="tx1"/>
            </a:solidFill>
            <a:round/>
            <a:headEnd/>
            <a:tailEnd/>
          </a:ln>
          <a:effectLst/>
        </p:spPr>
        <p:txBody>
          <a:bodyPr wrap="none"/>
          <a:lstStyle/>
          <a:p>
            <a:endParaRPr lang="fr-F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12"/>
          </p:nvPr>
        </p:nvSpPr>
        <p:spPr/>
        <p:txBody>
          <a:bodyPr/>
          <a:lstStyle/>
          <a:p>
            <a:fld id="{14CD767D-0FDC-4192-B647-81197885981F}" type="slidenum">
              <a:rPr lang="en-US"/>
              <a:pPr/>
              <a:t>25</a:t>
            </a:fld>
            <a:endParaRPr lang="en-US"/>
          </a:p>
        </p:txBody>
      </p:sp>
      <p:sp>
        <p:nvSpPr>
          <p:cNvPr id="76802"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p>
        </p:txBody>
      </p:sp>
      <p:sp>
        <p:nvSpPr>
          <p:cNvPr id="76803" name="Rectangle 3" descr="Rectangle: Click to edit Master text styles&#10;Second level&#10;Third level&#10;Fourth level&#10;Fifth level"/>
          <p:cNvSpPr>
            <a:spLocks noGrp="1" noChangeArrowheads="1"/>
          </p:cNvSpPr>
          <p:nvPr>
            <p:ph type="body" idx="1"/>
          </p:nvPr>
        </p:nvSpPr>
        <p:spPr>
          <a:xfrm>
            <a:off x="609600" y="1524000"/>
            <a:ext cx="7772400" cy="4648200"/>
          </a:xfrm>
        </p:spPr>
        <p:txBody>
          <a:bodyPr/>
          <a:lstStyle/>
          <a:p>
            <a:pPr>
              <a:buNone/>
            </a:pPr>
            <a:r>
              <a:rPr lang="en-US" sz="2800"/>
              <a:t>A:  </a:t>
            </a:r>
            <a:r>
              <a:rPr lang="fr-FR" sz="2800"/>
              <a:t>Utilisation</a:t>
            </a:r>
            <a:r>
              <a:rPr lang="en-US" sz="2800"/>
              <a:t> du triangle de Pascal.</a:t>
            </a:r>
          </a:p>
          <a:p>
            <a:pPr>
              <a:buFont typeface="Wingdings" pitchFamily="2" charset="2"/>
              <a:buNone/>
            </a:pPr>
            <a:r>
              <a:rPr lang="en-US" sz="2800"/>
              <a:t>INITIALIZATION:  </a:t>
            </a:r>
            <a:r>
              <a:rPr lang="fr-FR" sz="2800"/>
              <a:t>Sommet</a:t>
            </a:r>
            <a:r>
              <a:rPr lang="en-US" sz="2800"/>
              <a:t> du triangle </a:t>
            </a:r>
            <a:r>
              <a:rPr lang="en-US" sz="2800" err="1"/>
              <a:t>est</a:t>
            </a:r>
            <a:r>
              <a:rPr lang="en-US" sz="2800"/>
              <a:t> 1.  </a:t>
            </a:r>
            <a:r>
              <a:rPr lang="fr-FR" sz="2800"/>
              <a:t>D’où</a:t>
            </a:r>
            <a:r>
              <a:rPr lang="en-US" sz="2800"/>
              <a:t>, </a:t>
            </a:r>
            <a:r>
              <a:rPr lang="en-US" sz="2800" i="1"/>
              <a:t>C </a:t>
            </a:r>
            <a:r>
              <a:rPr lang="en-US" sz="2800"/>
              <a:t>(0,0) = 1. Si un </a:t>
            </a:r>
            <a:r>
              <a:rPr lang="fr-FR" sz="2800"/>
              <a:t>nombre</a:t>
            </a:r>
            <a:r>
              <a:rPr lang="en-US" sz="2800"/>
              <a:t> </a:t>
            </a:r>
            <a:r>
              <a:rPr lang="fr-FR" sz="2800"/>
              <a:t>est</a:t>
            </a:r>
            <a:r>
              <a:rPr lang="en-US" sz="2800"/>
              <a:t> </a:t>
            </a:r>
            <a:r>
              <a:rPr lang="fr-FR" sz="2800"/>
              <a:t>manquant</a:t>
            </a:r>
            <a:r>
              <a:rPr lang="en-US" sz="2800"/>
              <a:t>, </a:t>
            </a:r>
            <a:r>
              <a:rPr lang="en-US" sz="2800" err="1"/>
              <a:t>il</a:t>
            </a:r>
            <a:r>
              <a:rPr lang="en-US" sz="2800"/>
              <a:t> </a:t>
            </a:r>
            <a:r>
              <a:rPr lang="en-US" sz="2800" err="1"/>
              <a:t>est</a:t>
            </a:r>
            <a:r>
              <a:rPr lang="en-US" sz="2800"/>
              <a:t> </a:t>
            </a:r>
            <a:r>
              <a:rPr lang="fr-FR" sz="2800"/>
              <a:t>considéré</a:t>
            </a:r>
            <a:r>
              <a:rPr lang="en-US" sz="2800"/>
              <a:t>  </a:t>
            </a:r>
            <a:r>
              <a:rPr lang="fr-FR" sz="2800"/>
              <a:t>égal</a:t>
            </a:r>
            <a:r>
              <a:rPr lang="en-US" sz="2800"/>
              <a:t> à 0.  </a:t>
            </a:r>
            <a:r>
              <a:rPr lang="fr-FR" sz="2800"/>
              <a:t>Ce</a:t>
            </a:r>
            <a:r>
              <a:rPr lang="en-US" sz="2800"/>
              <a:t> qui </a:t>
            </a:r>
            <a:r>
              <a:rPr lang="fr-FR" sz="2800"/>
              <a:t>donne</a:t>
            </a:r>
            <a:r>
              <a:rPr lang="en-US" sz="2800"/>
              <a:t>   </a:t>
            </a:r>
            <a:r>
              <a:rPr lang="en-US" sz="2800" i="1"/>
              <a:t>C </a:t>
            </a:r>
            <a:r>
              <a:rPr lang="en-US" sz="2800"/>
              <a:t>(</a:t>
            </a:r>
            <a:r>
              <a:rPr lang="en-US" sz="2800" i="1" err="1"/>
              <a:t>n</a:t>
            </a:r>
            <a:r>
              <a:rPr lang="en-US" sz="2800" err="1"/>
              <a:t>,</a:t>
            </a:r>
            <a:r>
              <a:rPr lang="en-US" sz="2800" i="1" err="1"/>
              <a:t>k</a:t>
            </a:r>
            <a:r>
              <a:rPr lang="en-US" sz="2800"/>
              <a:t>) = 0 if </a:t>
            </a:r>
            <a:r>
              <a:rPr lang="en-US" sz="2800" i="1"/>
              <a:t>k </a:t>
            </a:r>
            <a:r>
              <a:rPr lang="en-US" sz="2800"/>
              <a:t>&lt; 0, or </a:t>
            </a:r>
            <a:r>
              <a:rPr lang="en-US" sz="2800" i="1"/>
              <a:t>k </a:t>
            </a:r>
            <a:r>
              <a:rPr lang="en-US" sz="2800"/>
              <a:t>&gt;</a:t>
            </a:r>
            <a:r>
              <a:rPr lang="en-US" sz="2800" i="1"/>
              <a:t> n</a:t>
            </a:r>
            <a:r>
              <a:rPr lang="en-US" sz="2800"/>
              <a:t>.</a:t>
            </a:r>
          </a:p>
          <a:p>
            <a:pPr>
              <a:buNone/>
            </a:pPr>
            <a:r>
              <a:rPr lang="en-US" sz="2800"/>
              <a:t>RECURRENCE: </a:t>
            </a:r>
            <a:r>
              <a:rPr lang="fr-FR" sz="2800"/>
              <a:t>Élément suivant est la somme des nombres à </a:t>
            </a:r>
            <a:r>
              <a:rPr lang="fr-FR" sz="2800" u="sng"/>
              <a:t>droite</a:t>
            </a:r>
            <a:r>
              <a:rPr lang="fr-FR" sz="2800"/>
              <a:t> et à </a:t>
            </a:r>
            <a:r>
              <a:rPr lang="fr-FR" sz="2800" u="sng"/>
              <a:t>gauch</a:t>
            </a:r>
            <a:r>
              <a:rPr lang="fr-FR" sz="2800"/>
              <a:t>e de celui-ci dans la ligne précédente:</a:t>
            </a:r>
            <a:endParaRPr lang="en-US" sz="2800"/>
          </a:p>
          <a:p>
            <a:pPr>
              <a:buFont typeface="Wingdings" pitchFamily="2" charset="2"/>
              <a:buNone/>
            </a:pPr>
            <a:r>
              <a:rPr lang="en-US" sz="2800"/>
              <a:t>	</a:t>
            </a:r>
            <a:r>
              <a:rPr lang="en-US" sz="2800" i="1"/>
              <a:t>C </a:t>
            </a:r>
            <a:r>
              <a:rPr lang="en-US" sz="2800"/>
              <a:t>(</a:t>
            </a:r>
            <a:r>
              <a:rPr lang="en-US" sz="2800" i="1" err="1"/>
              <a:t>n</a:t>
            </a:r>
            <a:r>
              <a:rPr lang="en-US" sz="2800" err="1"/>
              <a:t>,</a:t>
            </a:r>
            <a:r>
              <a:rPr lang="en-US" sz="2800" i="1" err="1"/>
              <a:t>k</a:t>
            </a:r>
            <a:r>
              <a:rPr lang="en-US" sz="2800"/>
              <a:t>) = </a:t>
            </a:r>
            <a:r>
              <a:rPr lang="en-US" sz="2800" i="1"/>
              <a:t>C </a:t>
            </a:r>
            <a:r>
              <a:rPr lang="en-US" sz="2800"/>
              <a:t>(</a:t>
            </a:r>
            <a:r>
              <a:rPr lang="en-US" sz="2800" i="1"/>
              <a:t>n </a:t>
            </a:r>
            <a:r>
              <a:rPr lang="en-US" sz="2800"/>
              <a:t>-1,</a:t>
            </a:r>
            <a:r>
              <a:rPr lang="en-US" sz="2800" i="1"/>
              <a:t>k</a:t>
            </a:r>
            <a:r>
              <a:rPr lang="en-US" sz="2800"/>
              <a:t>) + </a:t>
            </a:r>
            <a:r>
              <a:rPr lang="en-US" sz="2800" i="1"/>
              <a:t>C </a:t>
            </a:r>
            <a:r>
              <a:rPr lang="en-US" sz="2800"/>
              <a:t>(</a:t>
            </a:r>
            <a:r>
              <a:rPr lang="en-US" sz="2800" i="1"/>
              <a:t>n </a:t>
            </a:r>
            <a:r>
              <a:rPr lang="en-US" sz="2800"/>
              <a:t>-1,</a:t>
            </a:r>
            <a:r>
              <a:rPr lang="en-US" sz="2800" i="1"/>
              <a:t>k </a:t>
            </a:r>
            <a:r>
              <a:rPr lang="en-US" sz="2800"/>
              <a:t>-1)</a:t>
            </a:r>
          </a:p>
        </p:txBody>
      </p:sp>
      <p:sp>
        <p:nvSpPr>
          <p:cNvPr id="76804" name="Line 4"/>
          <p:cNvSpPr>
            <a:spLocks noChangeShapeType="1"/>
          </p:cNvSpPr>
          <p:nvPr/>
        </p:nvSpPr>
        <p:spPr bwMode="auto">
          <a:xfrm>
            <a:off x="3886200" y="4724400"/>
            <a:ext cx="76200" cy="533400"/>
          </a:xfrm>
          <a:prstGeom prst="line">
            <a:avLst/>
          </a:prstGeom>
          <a:noFill/>
          <a:ln w="9525">
            <a:solidFill>
              <a:schemeClr val="tx1"/>
            </a:solidFill>
            <a:round/>
            <a:headEnd/>
            <a:tailEnd/>
          </a:ln>
          <a:effectLst/>
        </p:spPr>
        <p:txBody>
          <a:bodyPr wrap="none"/>
          <a:lstStyle/>
          <a:p>
            <a:endParaRPr lang="fr-FR"/>
          </a:p>
        </p:txBody>
      </p:sp>
      <p:sp>
        <p:nvSpPr>
          <p:cNvPr id="76805" name="Line 5"/>
          <p:cNvSpPr>
            <a:spLocks noChangeShapeType="1"/>
          </p:cNvSpPr>
          <p:nvPr/>
        </p:nvSpPr>
        <p:spPr bwMode="auto">
          <a:xfrm>
            <a:off x="5334000" y="4724400"/>
            <a:ext cx="762000" cy="609600"/>
          </a:xfrm>
          <a:prstGeom prst="line">
            <a:avLst/>
          </a:prstGeom>
          <a:noFill/>
          <a:ln w="9525">
            <a:solidFill>
              <a:schemeClr val="tx1"/>
            </a:solidFill>
            <a:round/>
            <a:headEnd/>
            <a:tailEnd/>
          </a:ln>
          <a:effectLst/>
        </p:spPr>
        <p:txBody>
          <a:bodyPr wrap="none"/>
          <a:lstStyle/>
          <a:p>
            <a:endParaRPr lang="fr-F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3BF89272-BB9F-4AF8-8CAA-40591D742477}" type="slidenum">
              <a:rPr lang="en-US"/>
              <a:pPr/>
              <a:t>26</a:t>
            </a:fld>
            <a:endParaRPr lang="en-US"/>
          </a:p>
        </p:txBody>
      </p:sp>
      <p:sp>
        <p:nvSpPr>
          <p:cNvPr id="77826" name="Rectangle 2"/>
          <p:cNvSpPr>
            <a:spLocks noGrp="1" noChangeArrowheads="1"/>
          </p:cNvSpPr>
          <p:nvPr>
            <p:ph type="title"/>
          </p:nvPr>
        </p:nvSpPr>
        <p:spPr/>
        <p:txBody>
          <a:bodyPr/>
          <a:lstStyle/>
          <a:p>
            <a:pPr algn="ctr"/>
            <a:r>
              <a:rPr lang="fr-FR"/>
              <a:t>Combinaison de </a:t>
            </a:r>
            <a:r>
              <a:rPr lang="fr-FR" i="1"/>
              <a:t>k</a:t>
            </a:r>
            <a:r>
              <a:rPr lang="fr-FR"/>
              <a:t> parmi </a:t>
            </a:r>
            <a:r>
              <a:rPr lang="fr-FR" i="1"/>
              <a:t>n </a:t>
            </a:r>
            <a:br>
              <a:rPr lang="en-US" i="1"/>
            </a:br>
            <a:r>
              <a:rPr lang="en-US"/>
              <a:t>et le triangle de Pascal</a:t>
            </a:r>
          </a:p>
        </p:txBody>
      </p:sp>
      <p:sp>
        <p:nvSpPr>
          <p:cNvPr id="77827" name="Rectangle 3" descr="Rectangle: Click to edit Master text styles&#10;Second level&#10;Third level&#10;Fourth level&#10;Fifth level"/>
          <p:cNvSpPr>
            <a:spLocks noGrp="1" noChangeArrowheads="1"/>
          </p:cNvSpPr>
          <p:nvPr>
            <p:ph type="body" idx="1"/>
          </p:nvPr>
        </p:nvSpPr>
        <p:spPr>
          <a:xfrm>
            <a:off x="609600" y="1524000"/>
            <a:ext cx="8305800" cy="4648200"/>
          </a:xfrm>
        </p:spPr>
        <p:txBody>
          <a:bodyPr/>
          <a:lstStyle/>
          <a:p>
            <a:pPr>
              <a:buNone/>
            </a:pPr>
            <a:r>
              <a:rPr lang="fr-FR"/>
              <a:t>Un moyen standard d'exprimer des formules récursives appliquées ci-dessus:</a:t>
            </a:r>
            <a:endParaRPr lang="en-US"/>
          </a:p>
          <a:p>
            <a:pPr>
              <a:buFont typeface="Wingdings" pitchFamily="2" charset="2"/>
              <a:buNone/>
            </a:pPr>
            <a:endParaRPr lang="en-US"/>
          </a:p>
          <a:p>
            <a:pPr>
              <a:buFont typeface="Wingdings" pitchFamily="2" charset="2"/>
              <a:buNone/>
            </a:pPr>
            <a:endParaRPr lang="en-US"/>
          </a:p>
          <a:p>
            <a:pPr>
              <a:buFont typeface="Wingdings" pitchFamily="2" charset="2"/>
              <a:buNone/>
            </a:pPr>
            <a:endParaRPr lang="en-US"/>
          </a:p>
          <a:p>
            <a:pPr>
              <a:buNone/>
            </a:pPr>
            <a:r>
              <a:rPr lang="en-US"/>
              <a:t>Q: </a:t>
            </a:r>
            <a:r>
              <a:rPr lang="fr-FR"/>
              <a:t>Trouver une définition récursive de la fonction pgcd. </a:t>
            </a:r>
            <a:endParaRPr lang="fr-FR">
              <a:ea typeface="Tahoma"/>
            </a:endParaRPr>
          </a:p>
          <a:p>
            <a:pPr>
              <a:buNone/>
            </a:pPr>
            <a:r>
              <a:rPr lang="fr-FR"/>
              <a:t>Astuce: l'algorithme d'Euclide.</a:t>
            </a:r>
            <a:endParaRPr lang="en-US"/>
          </a:p>
        </p:txBody>
      </p:sp>
      <p:graphicFrame>
        <p:nvGraphicFramePr>
          <p:cNvPr id="77831" name="Object 7"/>
          <p:cNvGraphicFramePr>
            <a:graphicFrameLocks noChangeAspect="1"/>
          </p:cNvGraphicFramePr>
          <p:nvPr>
            <p:extLst>
              <p:ext uri="{D42A27DB-BD31-4B8C-83A1-F6EECF244321}">
                <p14:modId xmlns:p14="http://schemas.microsoft.com/office/powerpoint/2010/main" val="3317389553"/>
              </p:ext>
            </p:extLst>
          </p:nvPr>
        </p:nvGraphicFramePr>
        <p:xfrm>
          <a:off x="1715637" y="2724509"/>
          <a:ext cx="6007461" cy="1507018"/>
        </p:xfrm>
        <a:graphic>
          <a:graphicData uri="http://schemas.openxmlformats.org/presentationml/2006/ole">
            <mc:AlternateContent xmlns:mc="http://schemas.openxmlformats.org/markup-compatibility/2006">
              <mc:Choice xmlns:v="urn:schemas-microsoft-com:vml" Requires="v">
                <p:oleObj spid="_x0000_s41985" name="Équation" r:id="rId3" imgW="2743200" imgH="711000" progId="Equation.3">
                  <p:embed/>
                </p:oleObj>
              </mc:Choice>
              <mc:Fallback>
                <p:oleObj name="Équation" r:id="rId3" imgW="2743200" imgH="711000" progId="Equation.3">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5637" y="2724509"/>
                        <a:ext cx="6007461" cy="15070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F5B87F12-071F-4163-AFB0-AFF1FDC5A6D9}" type="slidenum">
              <a:rPr lang="en-US"/>
              <a:pPr/>
              <a:t>27</a:t>
            </a:fld>
            <a:endParaRPr lang="en-US"/>
          </a:p>
        </p:txBody>
      </p:sp>
      <p:sp>
        <p:nvSpPr>
          <p:cNvPr id="78850" name="Rectangle 2"/>
          <p:cNvSpPr>
            <a:spLocks noGrp="1" noChangeArrowheads="1"/>
          </p:cNvSpPr>
          <p:nvPr>
            <p:ph type="title"/>
          </p:nvPr>
        </p:nvSpPr>
        <p:spPr/>
        <p:txBody>
          <a:bodyPr/>
          <a:lstStyle/>
          <a:p>
            <a:pPr algn="ctr"/>
            <a:r>
              <a:rPr lang="en-US" err="1"/>
              <a:t>Définitions</a:t>
            </a:r>
            <a:r>
              <a:rPr lang="en-US"/>
              <a:t> </a:t>
            </a:r>
            <a:r>
              <a:rPr lang="en-US" err="1"/>
              <a:t>récursives</a:t>
            </a:r>
            <a:r>
              <a:rPr lang="en-US"/>
              <a:t> </a:t>
            </a:r>
            <a:br>
              <a:rPr lang="en-US"/>
            </a:br>
            <a:r>
              <a:rPr lang="en-US" err="1">
                <a:solidFill>
                  <a:srgbClr val="FF0000"/>
                </a:solidFill>
              </a:rPr>
              <a:t>pgcd</a:t>
            </a:r>
            <a:endParaRPr lang="en-US">
              <a:solidFill>
                <a:srgbClr val="FF0000"/>
              </a:solidFill>
              <a:ea typeface="Tahoma"/>
            </a:endParaRPr>
          </a:p>
        </p:txBody>
      </p:sp>
      <p:sp>
        <p:nvSpPr>
          <p:cNvPr id="78851" name="Rectangle 3" descr="Rectangle: Click to edit Master text styles&#10;Second level&#10;Third level&#10;Fourth level&#10;Fifth level"/>
          <p:cNvSpPr>
            <a:spLocks noGrp="1" noChangeArrowheads="1"/>
          </p:cNvSpPr>
          <p:nvPr>
            <p:ph type="body" idx="1"/>
          </p:nvPr>
        </p:nvSpPr>
        <p:spPr>
          <a:xfrm>
            <a:off x="609600" y="1524000"/>
            <a:ext cx="7772400" cy="4648200"/>
          </a:xfrm>
        </p:spPr>
        <p:txBody>
          <a:bodyPr/>
          <a:lstStyle/>
          <a:p>
            <a:pPr>
              <a:buNone/>
            </a:pPr>
            <a:r>
              <a:rPr lang="en-US">
                <a:solidFill>
                  <a:srgbClr val="FF0000"/>
                </a:solidFill>
              </a:rPr>
              <a:t>A</a:t>
            </a:r>
            <a:r>
              <a:rPr lang="en-US"/>
              <a:t>: </a:t>
            </a:r>
            <a:r>
              <a:rPr lang="fr-FR"/>
              <a:t>L'algorithme d'Euclide permet d'utiliser le fait que p</a:t>
            </a:r>
            <a:r>
              <a:rPr lang="en-US" err="1"/>
              <a:t>gcd</a:t>
            </a:r>
            <a:r>
              <a:rPr lang="en-US"/>
              <a:t>(</a:t>
            </a:r>
            <a:r>
              <a:rPr lang="en-US" i="1" err="1"/>
              <a:t>x,y</a:t>
            </a:r>
            <a:r>
              <a:rPr lang="en-US" i="1"/>
              <a:t> </a:t>
            </a:r>
            <a:r>
              <a:rPr lang="en-US"/>
              <a:t>) = </a:t>
            </a:r>
            <a:r>
              <a:rPr lang="en-US" err="1"/>
              <a:t>gcd</a:t>
            </a:r>
            <a:r>
              <a:rPr lang="en-US"/>
              <a:t>(</a:t>
            </a:r>
            <a:r>
              <a:rPr lang="en-US" i="1"/>
              <a:t>y, </a:t>
            </a:r>
            <a:r>
              <a:rPr lang="en-US"/>
              <a:t>x</a:t>
            </a:r>
            <a:r>
              <a:rPr lang="en-US" i="1"/>
              <a:t> </a:t>
            </a:r>
            <a:r>
              <a:rPr lang="en-US" b="1"/>
              <a:t>mod </a:t>
            </a:r>
            <a:r>
              <a:rPr lang="en-US" i="1"/>
              <a:t>y</a:t>
            </a:r>
            <a:r>
              <a:rPr lang="en-US"/>
              <a:t>)</a:t>
            </a:r>
          </a:p>
          <a:p>
            <a:pPr>
              <a:buFont typeface="Wingdings" pitchFamily="2" charset="2"/>
              <a:buNone/>
            </a:pPr>
            <a:endParaRPr lang="en-US"/>
          </a:p>
          <a:p>
            <a:pPr>
              <a:buFont typeface="Wingdings" pitchFamily="2" charset="2"/>
              <a:buNone/>
            </a:pPr>
            <a:endParaRPr lang="en-US"/>
          </a:p>
          <a:p>
            <a:pPr>
              <a:buFont typeface="Wingdings" pitchFamily="2" charset="2"/>
              <a:buNone/>
            </a:pPr>
            <a:endParaRPr lang="en-US"/>
          </a:p>
          <a:p>
            <a:pPr>
              <a:buFont typeface="Wingdings" pitchFamily="2" charset="2"/>
              <a:buNone/>
            </a:pPr>
            <a:endParaRPr lang="en-US"/>
          </a:p>
          <a:p>
            <a:pPr>
              <a:buFont typeface="Wingdings" pitchFamily="2" charset="2"/>
              <a:buNone/>
            </a:pPr>
            <a:r>
              <a:rPr lang="en-US"/>
              <a:t>(Ici, on suppose que </a:t>
            </a:r>
            <a:r>
              <a:rPr lang="en-US" i="1"/>
              <a:t>x </a:t>
            </a:r>
            <a:r>
              <a:rPr lang="en-US"/>
              <a:t>&gt; 0)</a:t>
            </a:r>
            <a:endParaRPr lang="en-US" i="1"/>
          </a:p>
        </p:txBody>
      </p:sp>
      <p:graphicFrame>
        <p:nvGraphicFramePr>
          <p:cNvPr id="146432" name="Object 0"/>
          <p:cNvGraphicFramePr>
            <a:graphicFrameLocks noChangeAspect="1"/>
          </p:cNvGraphicFramePr>
          <p:nvPr>
            <p:extLst>
              <p:ext uri="{D42A27DB-BD31-4B8C-83A1-F6EECF244321}">
                <p14:modId xmlns:p14="http://schemas.microsoft.com/office/powerpoint/2010/main" val="3640422954"/>
              </p:ext>
            </p:extLst>
          </p:nvPr>
        </p:nvGraphicFramePr>
        <p:xfrm>
          <a:off x="1229745" y="3361756"/>
          <a:ext cx="7486919" cy="1591244"/>
        </p:xfrm>
        <a:graphic>
          <a:graphicData uri="http://schemas.openxmlformats.org/presentationml/2006/ole">
            <mc:AlternateContent xmlns:mc="http://schemas.openxmlformats.org/markup-compatibility/2006">
              <mc:Choice xmlns:v="urn:schemas-microsoft-com:vml" Requires="v">
                <p:oleObj spid="_x0000_s43009" name="Équation" r:id="rId3" imgW="2171520" imgH="457200" progId="Equation.3">
                  <p:embed/>
                </p:oleObj>
              </mc:Choice>
              <mc:Fallback>
                <p:oleObj name="Équation" r:id="rId3" imgW="2171520" imgH="457200" progId="Equation.3">
                  <p:embed/>
                  <p:pic>
                    <p:nvPicPr>
                      <p:cNvPr id="0" name="Picture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9745" y="3361756"/>
                        <a:ext cx="7486919" cy="1591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5"/>
          <p:cNvSpPr>
            <a:spLocks noGrp="1"/>
          </p:cNvSpPr>
          <p:nvPr>
            <p:ph type="sldNum" sz="quarter" idx="12"/>
          </p:nvPr>
        </p:nvSpPr>
        <p:spPr/>
        <p:txBody>
          <a:bodyPr/>
          <a:lstStyle/>
          <a:p>
            <a:fld id="{985CB83D-3E9B-4BF8-A5FC-82568E9F218B}" type="slidenum">
              <a:rPr lang="en-US"/>
              <a:pPr/>
              <a:t>28</a:t>
            </a:fld>
            <a:endParaRPr lang="en-US"/>
          </a:p>
        </p:txBody>
      </p:sp>
      <p:sp>
        <p:nvSpPr>
          <p:cNvPr id="81922" name="Rectangle 2"/>
          <p:cNvSpPr>
            <a:spLocks noGrp="1" noChangeArrowheads="1"/>
          </p:cNvSpPr>
          <p:nvPr>
            <p:ph type="title"/>
          </p:nvPr>
        </p:nvSpPr>
        <p:spPr/>
        <p:txBody>
          <a:bodyPr/>
          <a:lstStyle/>
          <a:p>
            <a:pPr algn="ctr"/>
            <a:r>
              <a:rPr lang="en-US" err="1"/>
              <a:t>Définitions</a:t>
            </a:r>
            <a:r>
              <a:rPr lang="en-US"/>
              <a:t> </a:t>
            </a:r>
            <a:r>
              <a:rPr lang="en-US" err="1"/>
              <a:t>récursives</a:t>
            </a:r>
            <a:r>
              <a:rPr lang="en-US"/>
              <a:t> </a:t>
            </a:r>
            <a:br>
              <a:rPr lang="en-US"/>
            </a:br>
            <a:r>
              <a:rPr lang="en-US"/>
              <a:t>et notations </a:t>
            </a:r>
            <a:r>
              <a:rPr lang="en-US" err="1"/>
              <a:t>mathématiques</a:t>
            </a:r>
            <a:endParaRPr lang="en-US"/>
          </a:p>
        </p:txBody>
      </p:sp>
      <p:sp>
        <p:nvSpPr>
          <p:cNvPr id="81923" name="Rectangle 3" descr="Rectangle: Click to edit Master text styles&#10;Second level&#10;Third level&#10;Fourth level&#10;Fifth level"/>
          <p:cNvSpPr>
            <a:spLocks noGrp="1" noChangeArrowheads="1"/>
          </p:cNvSpPr>
          <p:nvPr>
            <p:ph type="body" idx="1"/>
          </p:nvPr>
        </p:nvSpPr>
        <p:spPr>
          <a:xfrm>
            <a:off x="609600" y="1524000"/>
            <a:ext cx="7772400" cy="4953000"/>
          </a:xfrm>
        </p:spPr>
        <p:txBody>
          <a:bodyPr/>
          <a:lstStyle/>
          <a:p>
            <a:pPr>
              <a:buNone/>
            </a:pPr>
            <a:r>
              <a:rPr lang="en-US" err="1"/>
              <a:t>Définition</a:t>
            </a:r>
            <a:r>
              <a:rPr lang="en-US"/>
              <a:t> de la notation de </a:t>
            </a:r>
            <a:r>
              <a:rPr lang="en-US" err="1"/>
              <a:t>sommation</a:t>
            </a:r>
            <a:r>
              <a:rPr lang="en-US"/>
              <a:t> :</a:t>
            </a:r>
          </a:p>
          <a:p>
            <a:pPr>
              <a:buFont typeface="Wingdings" pitchFamily="2" charset="2"/>
              <a:buNone/>
            </a:pPr>
            <a:endParaRPr lang="en-US"/>
          </a:p>
          <a:p>
            <a:pPr>
              <a:buFont typeface="Wingdings" pitchFamily="2" charset="2"/>
              <a:buNone/>
            </a:pPr>
            <a:endParaRPr lang="en-US"/>
          </a:p>
          <a:p>
            <a:pPr>
              <a:buFont typeface="Wingdings" pitchFamily="2" charset="2"/>
              <a:buNone/>
            </a:pPr>
            <a:endParaRPr lang="en-US"/>
          </a:p>
          <a:p>
            <a:pPr>
              <a:buFont typeface="Wingdings" pitchFamily="2" charset="2"/>
              <a:buNone/>
            </a:pPr>
            <a:r>
              <a:rPr lang="en-US"/>
              <a:t>Il </a:t>
            </a:r>
            <a:r>
              <a:rPr lang="en-US" err="1"/>
              <a:t>y’a</a:t>
            </a:r>
            <a:r>
              <a:rPr lang="en-US"/>
              <a:t> </a:t>
            </a:r>
            <a:r>
              <a:rPr lang="en-US" err="1"/>
              <a:t>aussi</a:t>
            </a:r>
            <a:r>
              <a:rPr lang="en-US"/>
              <a:t> </a:t>
            </a:r>
            <a:r>
              <a:rPr lang="en-US" err="1"/>
              <a:t>une</a:t>
            </a:r>
            <a:r>
              <a:rPr lang="en-US"/>
              <a:t> </a:t>
            </a:r>
            <a:r>
              <a:rPr lang="en-US" b="1" i="1"/>
              <a:t>notation</a:t>
            </a:r>
            <a:r>
              <a:rPr lang="en-US"/>
              <a:t> </a:t>
            </a:r>
            <a:r>
              <a:rPr lang="en-US" err="1"/>
              <a:t>générale</a:t>
            </a:r>
            <a:r>
              <a:rPr lang="en-US"/>
              <a:t> du </a:t>
            </a:r>
            <a:r>
              <a:rPr lang="en-US" b="1" i="1" err="1"/>
              <a:t>produit</a:t>
            </a:r>
            <a:r>
              <a:rPr lang="en-US" b="1" i="1"/>
              <a:t> </a:t>
            </a:r>
            <a:r>
              <a:rPr lang="en-US"/>
              <a:t>:</a:t>
            </a:r>
          </a:p>
          <a:p>
            <a:pPr>
              <a:buFont typeface="Wingdings" pitchFamily="2" charset="2"/>
              <a:buNone/>
            </a:pPr>
            <a:endParaRPr lang="en-US"/>
          </a:p>
          <a:p>
            <a:pPr>
              <a:buNone/>
            </a:pPr>
            <a:r>
              <a:rPr lang="en-US"/>
              <a:t>Q:  </a:t>
            </a:r>
            <a:r>
              <a:rPr lang="en-US" err="1"/>
              <a:t>Trouver</a:t>
            </a:r>
            <a:r>
              <a:rPr lang="en-US"/>
              <a:t> </a:t>
            </a:r>
            <a:r>
              <a:rPr lang="en-US" err="1"/>
              <a:t>une</a:t>
            </a:r>
            <a:r>
              <a:rPr lang="en-US"/>
              <a:t> </a:t>
            </a:r>
            <a:r>
              <a:rPr lang="en-US" err="1"/>
              <a:t>formule</a:t>
            </a:r>
            <a:r>
              <a:rPr lang="en-US"/>
              <a:t> simple pour </a:t>
            </a:r>
          </a:p>
        </p:txBody>
      </p:sp>
      <p:graphicFrame>
        <p:nvGraphicFramePr>
          <p:cNvPr id="148480" name="Object 0"/>
          <p:cNvGraphicFramePr>
            <a:graphicFrameLocks noChangeAspect="1"/>
          </p:cNvGraphicFramePr>
          <p:nvPr/>
        </p:nvGraphicFramePr>
        <p:xfrm>
          <a:off x="1879600" y="2093913"/>
          <a:ext cx="4846638" cy="1868487"/>
        </p:xfrm>
        <a:graphic>
          <a:graphicData uri="http://schemas.openxmlformats.org/presentationml/2006/ole">
            <mc:AlternateContent xmlns:mc="http://schemas.openxmlformats.org/markup-compatibility/2006">
              <mc:Choice xmlns:v="urn:schemas-microsoft-com:vml" Requires="v">
                <p:oleObj spid="_x0000_s44033" name="Equation" r:id="rId3" imgW="1777680" imgH="685800" progId="Equation.3">
                  <p:embed/>
                </p:oleObj>
              </mc:Choice>
              <mc:Fallback>
                <p:oleObj name="Equation" r:id="rId3" imgW="1777680" imgH="685800" progId="Equation.3">
                  <p:embed/>
                  <p:pic>
                    <p:nvPicPr>
                      <p:cNvPr id="0" name="Picture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9600" y="2093913"/>
                        <a:ext cx="4846638" cy="1868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8481" name="Object 1"/>
          <p:cNvGraphicFramePr>
            <a:graphicFrameLocks noChangeAspect="1"/>
          </p:cNvGraphicFramePr>
          <p:nvPr/>
        </p:nvGraphicFramePr>
        <p:xfrm>
          <a:off x="3048000" y="4462463"/>
          <a:ext cx="3984625" cy="1176337"/>
        </p:xfrm>
        <a:graphic>
          <a:graphicData uri="http://schemas.openxmlformats.org/presentationml/2006/ole">
            <mc:AlternateContent xmlns:mc="http://schemas.openxmlformats.org/markup-compatibility/2006">
              <mc:Choice xmlns:v="urn:schemas-microsoft-com:vml" Requires="v">
                <p:oleObj spid="_x0000_s44034" name="Equation" r:id="rId5" imgW="1460160" imgH="431640" progId="Equation.3">
                  <p:embed/>
                </p:oleObj>
              </mc:Choice>
              <mc:Fallback>
                <p:oleObj name="Equation" r:id="rId5" imgW="1460160" imgH="431640" progId="Equation.3">
                  <p:embed/>
                  <p:pic>
                    <p:nvPicPr>
                      <p:cNvPr id="0" name="Picture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0" y="4462463"/>
                        <a:ext cx="3984625" cy="1176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8482" name="Object 2"/>
          <p:cNvGraphicFramePr>
            <a:graphicFrameLocks noChangeAspect="1"/>
          </p:cNvGraphicFramePr>
          <p:nvPr/>
        </p:nvGraphicFramePr>
        <p:xfrm>
          <a:off x="7280275" y="5257800"/>
          <a:ext cx="796925" cy="1176338"/>
        </p:xfrm>
        <a:graphic>
          <a:graphicData uri="http://schemas.openxmlformats.org/presentationml/2006/ole">
            <mc:AlternateContent xmlns:mc="http://schemas.openxmlformats.org/markup-compatibility/2006">
              <mc:Choice xmlns:v="urn:schemas-microsoft-com:vml" Requires="v">
                <p:oleObj spid="_x0000_s44035" name="Equation" r:id="rId7" imgW="291960" imgH="431640" progId="Equation.3">
                  <p:embed/>
                </p:oleObj>
              </mc:Choice>
              <mc:Fallback>
                <p:oleObj name="Equation" r:id="rId7" imgW="291960" imgH="431640" progId="Equation.3">
                  <p:embed/>
                  <p:pic>
                    <p:nvPicPr>
                      <p:cNvPr id="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80275" y="5257800"/>
                        <a:ext cx="796925" cy="1176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12"/>
          </p:nvPr>
        </p:nvSpPr>
        <p:spPr/>
        <p:txBody>
          <a:bodyPr/>
          <a:lstStyle/>
          <a:p>
            <a:fld id="{10F4D892-0215-4633-AA3D-4BA1B2DFA55F}" type="slidenum">
              <a:rPr lang="en-US"/>
              <a:pPr/>
              <a:t>29</a:t>
            </a:fld>
            <a:endParaRPr lang="en-US"/>
          </a:p>
        </p:txBody>
      </p:sp>
      <p:sp>
        <p:nvSpPr>
          <p:cNvPr id="80898" name="Rectangle 2"/>
          <p:cNvSpPr>
            <a:spLocks noGrp="1" noChangeArrowheads="1"/>
          </p:cNvSpPr>
          <p:nvPr>
            <p:ph type="title"/>
          </p:nvPr>
        </p:nvSpPr>
        <p:spPr/>
        <p:txBody>
          <a:bodyPr/>
          <a:lstStyle/>
          <a:p>
            <a:pPr algn="ctr"/>
            <a:r>
              <a:rPr lang="en-US" err="1"/>
              <a:t>Définitions</a:t>
            </a:r>
            <a:r>
              <a:rPr lang="en-US"/>
              <a:t> </a:t>
            </a:r>
            <a:r>
              <a:rPr lang="en-US" err="1"/>
              <a:t>récursives</a:t>
            </a:r>
            <a:r>
              <a:rPr lang="en-US"/>
              <a:t> </a:t>
            </a:r>
            <a:br>
              <a:rPr lang="en-US"/>
            </a:br>
            <a:r>
              <a:rPr lang="en-US"/>
              <a:t>et notations </a:t>
            </a:r>
            <a:r>
              <a:rPr lang="en-US" err="1"/>
              <a:t>mathématiques</a:t>
            </a:r>
            <a:endParaRPr lang="en-US"/>
          </a:p>
        </p:txBody>
      </p:sp>
      <p:sp>
        <p:nvSpPr>
          <p:cNvPr id="80899" name="Rectangle 3" descr="Rectangle: Click to edit Master text styles&#10;Second level&#10;Third level&#10;Fourth level&#10;Fifth level"/>
          <p:cNvSpPr>
            <a:spLocks noGrp="1" noChangeArrowheads="1"/>
          </p:cNvSpPr>
          <p:nvPr>
            <p:ph type="body" idx="1"/>
          </p:nvPr>
        </p:nvSpPr>
        <p:spPr>
          <a:xfrm>
            <a:off x="609600" y="1524000"/>
            <a:ext cx="7772400" cy="4953000"/>
          </a:xfrm>
        </p:spPr>
        <p:txBody>
          <a:bodyPr/>
          <a:lstStyle/>
          <a:p>
            <a:pPr>
              <a:buFont typeface="Wingdings" pitchFamily="2" charset="2"/>
              <a:buNone/>
            </a:pPr>
            <a:r>
              <a:rPr lang="en-US"/>
              <a:t>A: </a:t>
            </a:r>
            <a:r>
              <a:rPr lang="fr-FR"/>
              <a:t>C'est encore la fonction factorielle:</a:t>
            </a:r>
            <a:endParaRPr lang="en-US"/>
          </a:p>
          <a:p>
            <a:pPr>
              <a:buFont typeface="Wingdings" pitchFamily="2" charset="2"/>
              <a:buNone/>
            </a:pPr>
            <a:endParaRPr lang="en-US"/>
          </a:p>
          <a:p>
            <a:pPr>
              <a:buFont typeface="Wingdings" pitchFamily="2" charset="2"/>
              <a:buNone/>
            </a:pPr>
            <a:endParaRPr lang="en-US"/>
          </a:p>
          <a:p>
            <a:pPr>
              <a:buNone/>
            </a:pPr>
            <a:r>
              <a:rPr lang="en-US"/>
              <a:t>Q: </a:t>
            </a:r>
            <a:r>
              <a:rPr lang="fr-FR"/>
              <a:t>Trouver une définition récursive pour la notation du produit</a:t>
            </a:r>
            <a:endParaRPr lang="en-US"/>
          </a:p>
        </p:txBody>
      </p:sp>
      <p:graphicFrame>
        <p:nvGraphicFramePr>
          <p:cNvPr id="149504" name="Object 0"/>
          <p:cNvGraphicFramePr>
            <a:graphicFrameLocks noChangeAspect="1"/>
          </p:cNvGraphicFramePr>
          <p:nvPr/>
        </p:nvGraphicFramePr>
        <p:xfrm>
          <a:off x="1633538" y="2024063"/>
          <a:ext cx="5092700" cy="1176337"/>
        </p:xfrm>
        <a:graphic>
          <a:graphicData uri="http://schemas.openxmlformats.org/presentationml/2006/ole">
            <mc:AlternateContent xmlns:mc="http://schemas.openxmlformats.org/markup-compatibility/2006">
              <mc:Choice xmlns:v="urn:schemas-microsoft-com:vml" Requires="v">
                <p:oleObj spid="_x0000_s45057" name="Equation" r:id="rId3" imgW="1866600" imgH="431640" progId="Equation.3">
                  <p:embed/>
                </p:oleObj>
              </mc:Choice>
              <mc:Fallback>
                <p:oleObj name="Equation" r:id="rId3" imgW="1866600" imgH="431640" progId="Equation.3">
                  <p:embed/>
                  <p:pic>
                    <p:nvPicPr>
                      <p:cNvPr id="0" name="Picture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3538" y="2024063"/>
                        <a:ext cx="5092700" cy="1176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9505" name="Object 1"/>
          <p:cNvGraphicFramePr>
            <a:graphicFrameLocks noChangeAspect="1"/>
          </p:cNvGraphicFramePr>
          <p:nvPr/>
        </p:nvGraphicFramePr>
        <p:xfrm>
          <a:off x="3657600" y="4233863"/>
          <a:ext cx="1004888" cy="1176337"/>
        </p:xfrm>
        <a:graphic>
          <a:graphicData uri="http://schemas.openxmlformats.org/presentationml/2006/ole">
            <mc:AlternateContent xmlns:mc="http://schemas.openxmlformats.org/markup-compatibility/2006">
              <mc:Choice xmlns:v="urn:schemas-microsoft-com:vml" Requires="v">
                <p:oleObj spid="_x0000_s45058" name="Equation" r:id="rId5" imgW="368280" imgH="431640" progId="Equation.3">
                  <p:embed/>
                </p:oleObj>
              </mc:Choice>
              <mc:Fallback>
                <p:oleObj name="Equation" r:id="rId5" imgW="368280" imgH="431640" progId="Equation.3">
                  <p:embed/>
                  <p:pic>
                    <p:nvPicPr>
                      <p:cNvPr id="0" name="Picture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4233863"/>
                        <a:ext cx="1004888" cy="1176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B50820C5-C033-4596-AB54-35067870BBB2}" type="slidenum">
              <a:rPr lang="en-US"/>
              <a:pPr/>
              <a:t>30</a:t>
            </a:fld>
            <a:endParaRPr lang="en-US"/>
          </a:p>
        </p:txBody>
      </p:sp>
      <p:sp>
        <p:nvSpPr>
          <p:cNvPr id="82946" name="Rectangle 2"/>
          <p:cNvSpPr>
            <a:spLocks noGrp="1" noChangeArrowheads="1"/>
          </p:cNvSpPr>
          <p:nvPr>
            <p:ph type="title"/>
          </p:nvPr>
        </p:nvSpPr>
        <p:spPr/>
        <p:txBody>
          <a:bodyPr/>
          <a:lstStyle/>
          <a:p>
            <a:pPr algn="ctr"/>
            <a:r>
              <a:rPr lang="en-US" err="1"/>
              <a:t>Définitions</a:t>
            </a:r>
            <a:r>
              <a:rPr lang="en-US"/>
              <a:t> </a:t>
            </a:r>
            <a:r>
              <a:rPr lang="en-US" err="1"/>
              <a:t>récursives</a:t>
            </a:r>
            <a:r>
              <a:rPr lang="en-US"/>
              <a:t> </a:t>
            </a:r>
            <a:br>
              <a:rPr lang="en-US"/>
            </a:br>
            <a:r>
              <a:rPr lang="en-US"/>
              <a:t>et notations </a:t>
            </a:r>
            <a:r>
              <a:rPr lang="en-US" err="1"/>
              <a:t>mathématiques</a:t>
            </a:r>
            <a:endParaRPr lang="en-US"/>
          </a:p>
        </p:txBody>
      </p:sp>
      <p:sp>
        <p:nvSpPr>
          <p:cNvPr id="82947" name="Rectangle 3" descr="Rectangle: Click to edit Master text styles&#10;Second level&#10;Third level&#10;Fourth level&#10;Fifth level"/>
          <p:cNvSpPr>
            <a:spLocks noGrp="1" noChangeArrowheads="1"/>
          </p:cNvSpPr>
          <p:nvPr>
            <p:ph type="body" idx="1"/>
          </p:nvPr>
        </p:nvSpPr>
        <p:spPr>
          <a:xfrm>
            <a:off x="609600" y="1524000"/>
            <a:ext cx="7772400" cy="4953000"/>
          </a:xfrm>
        </p:spPr>
        <p:txBody>
          <a:bodyPr/>
          <a:lstStyle/>
          <a:p>
            <a:pPr>
              <a:buNone/>
            </a:pPr>
            <a:r>
              <a:rPr lang="en-US"/>
              <a:t>A: </a:t>
            </a:r>
            <a:r>
              <a:rPr lang="fr-FR"/>
              <a:t>Ceci est très similaire à la définition de la notation somme.</a:t>
            </a:r>
            <a:endParaRPr lang="en-US"/>
          </a:p>
          <a:p>
            <a:pPr>
              <a:buFont typeface="Wingdings" pitchFamily="2" charset="2"/>
              <a:buNone/>
            </a:pPr>
            <a:endParaRPr lang="en-US"/>
          </a:p>
          <a:p>
            <a:pPr>
              <a:buFont typeface="Wingdings" pitchFamily="2" charset="2"/>
              <a:buNone/>
            </a:pPr>
            <a:endParaRPr lang="en-US"/>
          </a:p>
          <a:p>
            <a:pPr>
              <a:buFont typeface="Wingdings" pitchFamily="2" charset="2"/>
              <a:buNone/>
            </a:pPr>
            <a:endParaRPr lang="en-US"/>
          </a:p>
          <a:p>
            <a:pPr>
              <a:buFont typeface="Wingdings" pitchFamily="2" charset="2"/>
              <a:buNone/>
            </a:pPr>
            <a:r>
              <a:rPr lang="en-US"/>
              <a:t>Note: </a:t>
            </a:r>
            <a:r>
              <a:rPr lang="fr-FR"/>
              <a:t>L'initialisation est l'argument de "produit de rien» étant 1, pas 0.</a:t>
            </a:r>
            <a:endParaRPr lang="en-US"/>
          </a:p>
        </p:txBody>
      </p:sp>
      <p:graphicFrame>
        <p:nvGraphicFramePr>
          <p:cNvPr id="150528" name="Object 0"/>
          <p:cNvGraphicFramePr>
            <a:graphicFrameLocks noChangeAspect="1"/>
          </p:cNvGraphicFramePr>
          <p:nvPr/>
        </p:nvGraphicFramePr>
        <p:xfrm>
          <a:off x="1676400" y="2514600"/>
          <a:ext cx="5192713" cy="1938338"/>
        </p:xfrm>
        <a:graphic>
          <a:graphicData uri="http://schemas.openxmlformats.org/presentationml/2006/ole">
            <mc:AlternateContent xmlns:mc="http://schemas.openxmlformats.org/markup-compatibility/2006">
              <mc:Choice xmlns:v="urn:schemas-microsoft-com:vml" Requires="v">
                <p:oleObj spid="_x0000_s46081" name="Equation" r:id="rId3" imgW="1904760" imgH="711000" progId="Equation.3">
                  <p:embed/>
                </p:oleObj>
              </mc:Choice>
              <mc:Fallback>
                <p:oleObj name="Equation" r:id="rId3" imgW="1904760" imgH="711000" progId="Equation.3">
                  <p:embed/>
                  <p:pic>
                    <p:nvPicPr>
                      <p:cNvPr id="0" name="Picture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2514600"/>
                        <a:ext cx="5192713" cy="1938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3D92CA9F-6715-4FCD-8867-C4DD3869BE02}" type="slidenum">
              <a:rPr lang="en-US"/>
              <a:pPr/>
              <a:t>31</a:t>
            </a:fld>
            <a:endParaRPr lang="en-US"/>
          </a:p>
        </p:txBody>
      </p:sp>
      <p:sp>
        <p:nvSpPr>
          <p:cNvPr id="104450" name="Rectangle 2"/>
          <p:cNvSpPr>
            <a:spLocks noGrp="1" noChangeArrowheads="1"/>
          </p:cNvSpPr>
          <p:nvPr>
            <p:ph type="title"/>
          </p:nvPr>
        </p:nvSpPr>
        <p:spPr/>
        <p:txBody>
          <a:bodyPr/>
          <a:lstStyle/>
          <a:p>
            <a:pPr algn="ctr"/>
            <a:br>
              <a:rPr lang="fr-FR"/>
            </a:br>
            <a:br>
              <a:rPr lang="fr-FR"/>
            </a:br>
            <a:br>
              <a:rPr lang="fr-FR"/>
            </a:br>
            <a:br>
              <a:rPr lang="fr-FR"/>
            </a:br>
            <a:br>
              <a:rPr lang="fr-FR"/>
            </a:br>
            <a:br>
              <a:rPr lang="fr-FR"/>
            </a:br>
            <a:br>
              <a:rPr lang="fr-FR"/>
            </a:br>
            <a:br>
              <a:rPr lang="fr-FR"/>
            </a:br>
            <a:r>
              <a:rPr lang="fr-FR"/>
              <a:t>Algorithmes récursifs </a:t>
            </a:r>
            <a:endParaRPr lang="en-US"/>
          </a:p>
        </p:txBody>
      </p:sp>
      <p:sp>
        <p:nvSpPr>
          <p:cNvPr id="104451" name="Rectangle 3" descr="Rectangle: Click to edit Master text styles&#10;Second level&#10;Third level&#10;Fourth level&#10;Fifth level"/>
          <p:cNvSpPr>
            <a:spLocks noGrp="1" noChangeArrowheads="1"/>
          </p:cNvSpPr>
          <p:nvPr>
            <p:ph type="body" idx="1"/>
          </p:nvPr>
        </p:nvSpPr>
        <p:spPr>
          <a:xfrm>
            <a:off x="685800" y="1524000"/>
            <a:ext cx="7772400" cy="4114800"/>
          </a:xfrm>
        </p:spPr>
        <p:txBody>
          <a:bodyPr/>
          <a:lstStyle/>
          <a:p>
            <a:pPr>
              <a:buNone/>
            </a:pPr>
            <a:r>
              <a:rPr lang="fr-FR"/>
              <a:t>Une fois que vous avez compris la définition récursive d'une fonction, on peut immédiatement transformer en un algorithme récursif en </a:t>
            </a:r>
            <a:r>
              <a:rPr lang="fr-FR" err="1"/>
              <a:t>language</a:t>
            </a:r>
            <a:r>
              <a:rPr lang="fr-FR"/>
              <a:t> info. (</a:t>
            </a:r>
            <a:r>
              <a:rPr lang="fr-FR" err="1"/>
              <a:t>language</a:t>
            </a:r>
            <a:r>
              <a:rPr lang="fr-FR"/>
              <a:t> MATLAB par ex.) qui peut gérer la récursivité. </a:t>
            </a:r>
            <a:br>
              <a:rPr lang="fr-FR"/>
            </a:br>
            <a:r>
              <a:rPr lang="fr-FR"/>
              <a:t>Considérons par exemple la fonction factorielle </a:t>
            </a:r>
            <a:r>
              <a:rPr lang="en-US" i="1"/>
              <a:t>n</a:t>
            </a:r>
            <a:r>
              <a:rPr lang="en-US"/>
              <a:t>! :</a:t>
            </a:r>
          </a:p>
        </p:txBody>
      </p:sp>
      <p:graphicFrame>
        <p:nvGraphicFramePr>
          <p:cNvPr id="104452" name="Object 4"/>
          <p:cNvGraphicFramePr>
            <a:graphicFrameLocks noChangeAspect="1"/>
          </p:cNvGraphicFramePr>
          <p:nvPr/>
        </p:nvGraphicFramePr>
        <p:xfrm>
          <a:off x="838200" y="5307012"/>
          <a:ext cx="7718425" cy="1246188"/>
        </p:xfrm>
        <a:graphic>
          <a:graphicData uri="http://schemas.openxmlformats.org/presentationml/2006/ole">
            <mc:AlternateContent xmlns:mc="http://schemas.openxmlformats.org/markup-compatibility/2006">
              <mc:Choice xmlns:v="urn:schemas-microsoft-com:vml" Requires="v">
                <p:oleObj spid="_x0000_s47105" name="Equation" r:id="rId3" imgW="2831760" imgH="457200" progId="Equation.3">
                  <p:embed/>
                </p:oleObj>
              </mc:Choice>
              <mc:Fallback>
                <p:oleObj name="Equation" r:id="rId3" imgW="2831760" imgH="45720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5307012"/>
                        <a:ext cx="7718425" cy="1246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D8A6792E-5FCA-49F8-A72C-30C46650BF3D}" type="slidenum">
              <a:rPr lang="en-US"/>
              <a:pPr/>
              <a:t>32</a:t>
            </a:fld>
            <a:endParaRPr lang="en-US"/>
          </a:p>
        </p:txBody>
      </p:sp>
      <p:sp>
        <p:nvSpPr>
          <p:cNvPr id="105474" name="Rectangle 2"/>
          <p:cNvSpPr>
            <a:spLocks noGrp="1" noChangeArrowheads="1"/>
          </p:cNvSpPr>
          <p:nvPr>
            <p:ph type="title"/>
          </p:nvPr>
        </p:nvSpPr>
        <p:spPr/>
        <p:txBody>
          <a:bodyPr/>
          <a:lstStyle/>
          <a:p>
            <a:pPr algn="ctr"/>
            <a:r>
              <a:rPr lang="fr-FR"/>
              <a:t>Algorithmes récursifs</a:t>
            </a:r>
            <a:endParaRPr lang="en-US"/>
          </a:p>
        </p:txBody>
      </p:sp>
      <p:sp>
        <p:nvSpPr>
          <p:cNvPr id="105475" name="Rectangle 3" descr="Rectangle: Click to edit Master text styles&#10;Second level&#10;Third level&#10;Fourth level&#10;Fifth level"/>
          <p:cNvSpPr>
            <a:spLocks noGrp="1" noChangeArrowheads="1"/>
          </p:cNvSpPr>
          <p:nvPr>
            <p:ph type="body" idx="1"/>
          </p:nvPr>
        </p:nvSpPr>
        <p:spPr>
          <a:xfrm>
            <a:off x="685800" y="1524000"/>
            <a:ext cx="7772400" cy="4953000"/>
          </a:xfrm>
        </p:spPr>
        <p:txBody>
          <a:bodyPr/>
          <a:lstStyle/>
          <a:p>
            <a:pPr>
              <a:lnSpc>
                <a:spcPct val="90000"/>
              </a:lnSpc>
              <a:buNone/>
            </a:pPr>
            <a:r>
              <a:rPr lang="fr-FR" sz="2800"/>
              <a:t>Nous pouvons convertir immédiatement la définition:</a:t>
            </a:r>
            <a:endParaRPr lang="en-US" sz="2800"/>
          </a:p>
          <a:p>
            <a:pPr>
              <a:lnSpc>
                <a:spcPct val="90000"/>
              </a:lnSpc>
              <a:buFont typeface="Wingdings" pitchFamily="2" charset="2"/>
              <a:buNone/>
            </a:pPr>
            <a:endParaRPr lang="en-US" sz="2800"/>
          </a:p>
          <a:p>
            <a:pPr>
              <a:lnSpc>
                <a:spcPct val="90000"/>
              </a:lnSpc>
              <a:buFont typeface="Wingdings" pitchFamily="2" charset="2"/>
              <a:buNone/>
            </a:pPr>
            <a:r>
              <a:rPr lang="en-US" sz="2800"/>
              <a:t>into code:</a:t>
            </a:r>
          </a:p>
          <a:p>
            <a:pPr>
              <a:lnSpc>
                <a:spcPct val="90000"/>
              </a:lnSpc>
              <a:buFont typeface="Wingdings" pitchFamily="2" charset="2"/>
              <a:buNone/>
            </a:pPr>
            <a:r>
              <a:rPr lang="en-US" b="1">
                <a:latin typeface="Courier New" pitchFamily="49" charset="0"/>
              </a:rPr>
              <a:t>factorial(n)</a:t>
            </a:r>
          </a:p>
          <a:p>
            <a:pPr>
              <a:lnSpc>
                <a:spcPct val="90000"/>
              </a:lnSpc>
              <a:buFont typeface="Wingdings" pitchFamily="2" charset="2"/>
              <a:buNone/>
            </a:pPr>
            <a:r>
              <a:rPr lang="en-US" b="1">
                <a:latin typeface="Courier New" pitchFamily="49" charset="0"/>
              </a:rPr>
              <a:t>	if (n&lt;=0) return 1</a:t>
            </a:r>
          </a:p>
          <a:p>
            <a:pPr>
              <a:lnSpc>
                <a:spcPct val="90000"/>
              </a:lnSpc>
              <a:buFont typeface="Wingdings" pitchFamily="2" charset="2"/>
              <a:buNone/>
            </a:pPr>
            <a:r>
              <a:rPr lang="en-US" b="1">
                <a:latin typeface="Courier New" pitchFamily="49" charset="0"/>
              </a:rPr>
              <a:t>	return n*factorial(n-1)</a:t>
            </a:r>
          </a:p>
          <a:p>
            <a:pPr>
              <a:lnSpc>
                <a:spcPct val="90000"/>
              </a:lnSpc>
              <a:buFont typeface="Wingdings" pitchFamily="2" charset="2"/>
              <a:buNone/>
            </a:pPr>
            <a:endParaRPr lang="en-US" sz="2800"/>
          </a:p>
          <a:p>
            <a:pPr>
              <a:lnSpc>
                <a:spcPct val="90000"/>
              </a:lnSpc>
              <a:buNone/>
            </a:pPr>
            <a:r>
              <a:rPr lang="fr-FR" sz="2800"/>
              <a:t>Ensuite, nous laissons la machine virtuelle MATLAB faire le reste, comme suit:</a:t>
            </a:r>
            <a:endParaRPr lang="en-US" sz="2800"/>
          </a:p>
        </p:txBody>
      </p:sp>
      <p:graphicFrame>
        <p:nvGraphicFramePr>
          <p:cNvPr id="105476" name="Object 4"/>
          <p:cNvGraphicFramePr>
            <a:graphicFrameLocks noChangeAspect="1"/>
          </p:cNvGraphicFramePr>
          <p:nvPr/>
        </p:nvGraphicFramePr>
        <p:xfrm>
          <a:off x="685800" y="2057400"/>
          <a:ext cx="7718425" cy="1246188"/>
        </p:xfrm>
        <a:graphic>
          <a:graphicData uri="http://schemas.openxmlformats.org/presentationml/2006/ole">
            <mc:AlternateContent xmlns:mc="http://schemas.openxmlformats.org/markup-compatibility/2006">
              <mc:Choice xmlns:v="urn:schemas-microsoft-com:vml" Requires="v">
                <p:oleObj spid="_x0000_s48129" name="Equation" r:id="rId4" imgW="2831760" imgH="457200" progId="Equation.3">
                  <p:embed/>
                </p:oleObj>
              </mc:Choice>
              <mc:Fallback>
                <p:oleObj name="Equation" r:id="rId4" imgW="2831760" imgH="457200" progId="Equation.3">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2057400"/>
                        <a:ext cx="7718425" cy="1246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5"/>
          <p:cNvSpPr>
            <a:spLocks noGrp="1"/>
          </p:cNvSpPr>
          <p:nvPr>
            <p:ph type="sldNum" sz="quarter" idx="12"/>
          </p:nvPr>
        </p:nvSpPr>
        <p:spPr/>
        <p:txBody>
          <a:bodyPr/>
          <a:lstStyle/>
          <a:p>
            <a:fld id="{5FF19589-2FF3-40F0-90E8-9D212DB20C50}" type="slidenum">
              <a:rPr lang="en-US"/>
              <a:pPr/>
              <a:t>33</a:t>
            </a:fld>
            <a:endParaRPr lang="en-US"/>
          </a:p>
        </p:txBody>
      </p:sp>
      <p:sp>
        <p:nvSpPr>
          <p:cNvPr id="44034"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44035"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Font typeface="Wingdings" pitchFamily="2" charset="2"/>
              <a:buNone/>
            </a:pPr>
            <a:endParaRPr lang="en-US" sz="2000">
              <a:latin typeface="Courier New" pitchFamily="49" charset="0"/>
            </a:endParaRPr>
          </a:p>
          <a:p>
            <a:pPr>
              <a:buFont typeface="Wingdings" pitchFamily="2" charset="2"/>
              <a:buNone/>
            </a:pPr>
            <a:r>
              <a:rPr lang="en-US" sz="2000">
                <a:latin typeface="Courier New" pitchFamily="49" charset="0"/>
              </a:rPr>
              <a:t>factorial(n)</a:t>
            </a:r>
          </a:p>
          <a:p>
            <a:pPr>
              <a:buFont typeface="Wingdings" pitchFamily="2" charset="2"/>
              <a:buNone/>
            </a:pPr>
            <a:r>
              <a:rPr lang="en-US" sz="2000">
                <a:latin typeface="Courier New" pitchFamily="49" charset="0"/>
              </a:rPr>
              <a:t>	if (n&lt;=0) return 1</a:t>
            </a:r>
          </a:p>
          <a:p>
            <a:pPr>
              <a:buFont typeface="Wingdings" pitchFamily="2" charset="2"/>
              <a:buNone/>
            </a:pPr>
            <a:r>
              <a:rPr lang="en-US" sz="2000">
                <a:latin typeface="Courier New" pitchFamily="49" charset="0"/>
              </a:rPr>
              <a:t>	return n*factorial(n-1)</a:t>
            </a:r>
          </a:p>
          <a:p>
            <a:pPr>
              <a:buFont typeface="Wingdings" pitchFamily="2" charset="2"/>
              <a:buNone/>
            </a:pPr>
            <a:endParaRPr lang="en-US" sz="2000">
              <a:latin typeface="Courier New" pitchFamily="49" charset="0"/>
            </a:endParaRPr>
          </a:p>
          <a:p>
            <a:pPr algn="ctr">
              <a:buFont typeface="Wingdings" pitchFamily="2" charset="2"/>
              <a:buNone/>
            </a:pPr>
            <a:r>
              <a:rPr lang="en-US" err="1"/>
              <a:t>Calcul</a:t>
            </a:r>
            <a:r>
              <a:rPr lang="en-US"/>
              <a:t> de 5!</a:t>
            </a:r>
          </a:p>
          <a:p>
            <a:pPr>
              <a:buFont typeface="Wingdings" pitchFamily="2" charset="2"/>
              <a:buNone/>
            </a:pPr>
            <a:endParaRPr lang="en-US"/>
          </a:p>
        </p:txBody>
      </p:sp>
      <p:pic>
        <p:nvPicPr>
          <p:cNvPr id="44036"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44037"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Espace réservé du numéro de diapositive 5"/>
          <p:cNvSpPr>
            <a:spLocks noGrp="1"/>
          </p:cNvSpPr>
          <p:nvPr>
            <p:ph type="sldNum" sz="quarter" idx="12"/>
          </p:nvPr>
        </p:nvSpPr>
        <p:spPr/>
        <p:txBody>
          <a:bodyPr/>
          <a:lstStyle/>
          <a:p>
            <a:fld id="{5595A048-2409-49BE-9256-E5D0CE2B3FBF}" type="slidenum">
              <a:rPr lang="en-US"/>
              <a:pPr/>
              <a:t>34</a:t>
            </a:fld>
            <a:endParaRPr lang="en-US"/>
          </a:p>
        </p:txBody>
      </p:sp>
      <p:sp>
        <p:nvSpPr>
          <p:cNvPr id="45058"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45059"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Font typeface="Wingdings" pitchFamily="2" charset="2"/>
              <a:buNone/>
            </a:pPr>
            <a:endParaRPr lang="en-US" sz="2000">
              <a:latin typeface="Courier New" pitchFamily="49" charset="0"/>
            </a:endParaRPr>
          </a:p>
          <a:p>
            <a:pPr>
              <a:buFont typeface="Wingdings" pitchFamily="2" charset="2"/>
              <a:buNone/>
            </a:pPr>
            <a:r>
              <a:rPr lang="en-US" sz="2000">
                <a:latin typeface="Courier New" pitchFamily="49" charset="0"/>
              </a:rPr>
              <a:t>factorial(n)</a:t>
            </a:r>
          </a:p>
          <a:p>
            <a:pPr>
              <a:buFont typeface="Wingdings" pitchFamily="2" charset="2"/>
              <a:buNone/>
            </a:pPr>
            <a:r>
              <a:rPr lang="en-US" sz="2000">
                <a:latin typeface="Courier New" pitchFamily="49" charset="0"/>
              </a:rPr>
              <a:t>	if (n&lt;=0) return 1</a:t>
            </a:r>
          </a:p>
          <a:p>
            <a:pPr>
              <a:buFont typeface="Wingdings" pitchFamily="2" charset="2"/>
              <a:buNone/>
            </a:pPr>
            <a:r>
              <a:rPr lang="en-US" sz="2000">
                <a:latin typeface="Courier New" pitchFamily="49" charset="0"/>
              </a:rPr>
              <a:t>	return n*factorial(n-1)</a:t>
            </a:r>
          </a:p>
          <a:p>
            <a:pPr>
              <a:buFont typeface="Wingdings" pitchFamily="2" charset="2"/>
              <a:buNone/>
            </a:pPr>
            <a:endParaRPr lang="en-US" sz="2000">
              <a:latin typeface="Courier New" pitchFamily="49" charset="0"/>
            </a:endParaRPr>
          </a:p>
          <a:p>
            <a:pPr>
              <a:buFont typeface="Wingdings" pitchFamily="2" charset="2"/>
              <a:buNone/>
            </a:pPr>
            <a:endParaRPr lang="en-US"/>
          </a:p>
        </p:txBody>
      </p:sp>
      <p:pic>
        <p:nvPicPr>
          <p:cNvPr id="45060"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45061"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45062" name="Group 6"/>
          <p:cNvGraphicFramePr>
            <a:graphicFrameLocks noGrp="1"/>
          </p:cNvGraphicFramePr>
          <p:nvPr/>
        </p:nvGraphicFramePr>
        <p:xfrm>
          <a:off x="5562600" y="3048000"/>
          <a:ext cx="914400" cy="1752600"/>
        </p:xfrm>
        <a:graphic>
          <a:graphicData uri="http://schemas.openxmlformats.org/drawingml/2006/table">
            <a:tbl>
              <a:tblPr/>
              <a:tblGrid>
                <a:gridCol w="914400">
                  <a:extLst>
                    <a:ext uri="{9D8B030D-6E8A-4147-A177-3AD203B41FA5}">
                      <a16:colId xmlns:a16="http://schemas.microsoft.com/office/drawing/2014/main" val="20000"/>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space réservé du numéro de diapositive 5"/>
          <p:cNvSpPr>
            <a:spLocks noGrp="1"/>
          </p:cNvSpPr>
          <p:nvPr>
            <p:ph type="sldNum" sz="quarter" idx="12"/>
          </p:nvPr>
        </p:nvSpPr>
        <p:spPr/>
        <p:txBody>
          <a:bodyPr/>
          <a:lstStyle/>
          <a:p>
            <a:fld id="{4E569FE4-DBC3-4514-BD99-F0EF02045D7A}" type="slidenum">
              <a:rPr lang="en-US"/>
              <a:pPr/>
              <a:t>35</a:t>
            </a:fld>
            <a:endParaRPr lang="en-US"/>
          </a:p>
        </p:txBody>
      </p:sp>
      <p:sp>
        <p:nvSpPr>
          <p:cNvPr id="46082"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46083"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46084"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46085"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46086" name="Group 6"/>
          <p:cNvGraphicFramePr>
            <a:graphicFrameLocks noGrp="1"/>
          </p:cNvGraphicFramePr>
          <p:nvPr/>
        </p:nvGraphicFramePr>
        <p:xfrm>
          <a:off x="4648200" y="3048000"/>
          <a:ext cx="18288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f(4)=4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f(3)</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Espace réservé du numéro de diapositive 5"/>
          <p:cNvSpPr>
            <a:spLocks noGrp="1"/>
          </p:cNvSpPr>
          <p:nvPr>
            <p:ph type="sldNum" sz="quarter" idx="12"/>
          </p:nvPr>
        </p:nvSpPr>
        <p:spPr/>
        <p:txBody>
          <a:bodyPr/>
          <a:lstStyle/>
          <a:p>
            <a:fld id="{D98CE3F7-7441-4320-8F7C-35E8571A4D06}" type="slidenum">
              <a:rPr lang="en-US"/>
              <a:pPr/>
              <a:t>36</a:t>
            </a:fld>
            <a:endParaRPr lang="en-US"/>
          </a:p>
        </p:txBody>
      </p:sp>
      <p:sp>
        <p:nvSpPr>
          <p:cNvPr id="47106"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47107"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47108"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47109"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47110" name="Group 6"/>
          <p:cNvGraphicFramePr>
            <a:graphicFrameLocks noGrp="1"/>
          </p:cNvGraphicFramePr>
          <p:nvPr/>
        </p:nvGraphicFramePr>
        <p:xfrm>
          <a:off x="3733800" y="3048000"/>
          <a:ext cx="27432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f(3)=3</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f(4)=4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f(3)</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Espace réservé du numéro de diapositive 5"/>
          <p:cNvSpPr>
            <a:spLocks noGrp="1"/>
          </p:cNvSpPr>
          <p:nvPr>
            <p:ph type="sldNum" sz="quarter" idx="12"/>
          </p:nvPr>
        </p:nvSpPr>
        <p:spPr/>
        <p:txBody>
          <a:bodyPr/>
          <a:lstStyle/>
          <a:p>
            <a:fld id="{63D33450-744C-45A3-A882-4F5C58A1F3CE}" type="slidenum">
              <a:rPr lang="en-US"/>
              <a:pPr/>
              <a:t>37</a:t>
            </a:fld>
            <a:endParaRPr lang="en-US"/>
          </a:p>
        </p:txBody>
      </p:sp>
      <p:sp>
        <p:nvSpPr>
          <p:cNvPr id="48130"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48131"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48132"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48133"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48134" name="Group 6"/>
          <p:cNvGraphicFramePr>
            <a:graphicFrameLocks noGrp="1"/>
          </p:cNvGraphicFramePr>
          <p:nvPr/>
        </p:nvGraphicFramePr>
        <p:xfrm>
          <a:off x="2819400" y="3048000"/>
          <a:ext cx="36576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f(2)=2</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f(1)</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f(3)=3</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f(4)=4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f(3)</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space réservé du numéro de diapositive 5"/>
          <p:cNvSpPr>
            <a:spLocks noGrp="1"/>
          </p:cNvSpPr>
          <p:nvPr>
            <p:ph type="sldNum" sz="quarter" idx="12"/>
          </p:nvPr>
        </p:nvSpPr>
        <p:spPr/>
        <p:txBody>
          <a:bodyPr/>
          <a:lstStyle/>
          <a:p>
            <a:fld id="{E13F5DC4-1B5F-4093-B6E6-F5F0B65ABA96}" type="slidenum">
              <a:rPr lang="en-US"/>
              <a:pPr/>
              <a:t>38</a:t>
            </a:fld>
            <a:endParaRPr lang="en-US"/>
          </a:p>
        </p:txBody>
      </p:sp>
      <p:sp>
        <p:nvSpPr>
          <p:cNvPr id="49154"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49155"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49156"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49157"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49158" name="Group 6"/>
          <p:cNvGraphicFramePr>
            <a:graphicFrameLocks noGrp="1"/>
          </p:cNvGraphicFramePr>
          <p:nvPr/>
        </p:nvGraphicFramePr>
        <p:xfrm>
          <a:off x="1905000" y="3048000"/>
          <a:ext cx="45720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f(1)=1</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f(2)=2</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f(1)</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f(3)=3</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f(4)=4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f(3)</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Espace réservé du numéro de diapositive 5"/>
          <p:cNvSpPr>
            <a:spLocks noGrp="1"/>
          </p:cNvSpPr>
          <p:nvPr>
            <p:ph type="sldNum" sz="quarter" idx="12"/>
          </p:nvPr>
        </p:nvSpPr>
        <p:spPr/>
        <p:txBody>
          <a:bodyPr/>
          <a:lstStyle/>
          <a:p>
            <a:fld id="{F03C4EBD-73AE-4054-B906-B45CBFC76A8D}" type="slidenum">
              <a:rPr lang="en-US"/>
              <a:pPr/>
              <a:t>39</a:t>
            </a:fld>
            <a:endParaRPr lang="en-US"/>
          </a:p>
        </p:txBody>
      </p:sp>
      <p:sp>
        <p:nvSpPr>
          <p:cNvPr id="50178"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50179"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50180"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50181"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50182" name="Group 6"/>
          <p:cNvGraphicFramePr>
            <a:graphicFrameLocks noGrp="1"/>
          </p:cNvGraphicFramePr>
          <p:nvPr/>
        </p:nvGraphicFramePr>
        <p:xfrm>
          <a:off x="990600" y="3048000"/>
          <a:ext cx="54864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f(0)=</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1</a:t>
                      </a:r>
                      <a:r>
                        <a:rPr kumimoji="0" lang="en-US" sz="2000" b="0" i="0" u="none" strike="noStrike" cap="none" normalizeH="0" baseline="0">
                          <a:ln>
                            <a:noFill/>
                          </a:ln>
                          <a:solidFill>
                            <a:schemeClr val="tx1"/>
                          </a:solidFill>
                          <a:effectLst/>
                          <a:latin typeface="Tahoma" pitchFamily="34" charset="0"/>
                          <a:cs typeface="Times New Roman" pitchFamily="18" charset="0"/>
                          <a:sym typeface="Wingdings" pitchFamily="2" charset="2"/>
                        </a:rPr>
                        <a:t></a:t>
                      </a: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f(1)=1</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f(0)</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f(2)=2</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f(1)</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f(3)=3</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f(4)=4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f(3)</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Espace réservé du numéro de diapositive 5"/>
          <p:cNvSpPr>
            <a:spLocks noGrp="1"/>
          </p:cNvSpPr>
          <p:nvPr>
            <p:ph type="sldNum" sz="quarter" idx="12"/>
          </p:nvPr>
        </p:nvSpPr>
        <p:spPr/>
        <p:txBody>
          <a:bodyPr/>
          <a:lstStyle/>
          <a:p>
            <a:fld id="{9A32B6AA-1ED4-4EA9-B521-35F653FF13D0}" type="slidenum">
              <a:rPr lang="en-US"/>
              <a:pPr/>
              <a:t>40</a:t>
            </a:fld>
            <a:endParaRPr lang="en-US"/>
          </a:p>
        </p:txBody>
      </p:sp>
      <p:sp>
        <p:nvSpPr>
          <p:cNvPr id="51202"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51203"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51204"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51205"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51206" name="Group 6"/>
          <p:cNvGraphicFramePr>
            <a:graphicFrameLocks noGrp="1"/>
          </p:cNvGraphicFramePr>
          <p:nvPr/>
        </p:nvGraphicFramePr>
        <p:xfrm>
          <a:off x="1905000" y="3048000"/>
          <a:ext cx="45720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1</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1=</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1</a:t>
                      </a:r>
                      <a:r>
                        <a:rPr kumimoji="0" lang="en-US" sz="2000" b="0" i="0" u="none" strike="noStrike" cap="none" normalizeH="0" baseline="0">
                          <a:ln>
                            <a:noFill/>
                          </a:ln>
                          <a:solidFill>
                            <a:schemeClr val="tx1"/>
                          </a:solidFill>
                          <a:effectLst/>
                          <a:latin typeface="Tahoma" pitchFamily="34" charset="0"/>
                          <a:cs typeface="Times New Roman" pitchFamily="18" charset="0"/>
                          <a:sym typeface="Wingdings" pitchFamily="2" charset="2"/>
                        </a:rPr>
                        <a:t></a:t>
                      </a: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f(2)=2</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f(1)</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f(3)=3</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f(4)=4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f(3)</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Espace réservé du numéro de diapositive 5"/>
          <p:cNvSpPr>
            <a:spLocks noGrp="1"/>
          </p:cNvSpPr>
          <p:nvPr>
            <p:ph type="sldNum" sz="quarter" idx="12"/>
          </p:nvPr>
        </p:nvSpPr>
        <p:spPr/>
        <p:txBody>
          <a:bodyPr/>
          <a:lstStyle/>
          <a:p>
            <a:fld id="{94D80D8A-F863-4030-ADFE-8ABEC762D373}" type="slidenum">
              <a:rPr lang="en-US"/>
              <a:pPr/>
              <a:t>41</a:t>
            </a:fld>
            <a:endParaRPr lang="en-US"/>
          </a:p>
        </p:txBody>
      </p:sp>
      <p:sp>
        <p:nvSpPr>
          <p:cNvPr id="52226"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52227"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52228"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52229"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52230" name="Group 6"/>
          <p:cNvGraphicFramePr>
            <a:graphicFrameLocks noGrp="1"/>
          </p:cNvGraphicFramePr>
          <p:nvPr/>
        </p:nvGraphicFramePr>
        <p:xfrm>
          <a:off x="2819400" y="3048000"/>
          <a:ext cx="36576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2</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1=</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2</a:t>
                      </a:r>
                      <a:r>
                        <a:rPr kumimoji="0" lang="en-US" sz="2000" b="0" i="0" u="none" strike="noStrike" cap="none" normalizeH="0" baseline="0">
                          <a:ln>
                            <a:noFill/>
                          </a:ln>
                          <a:solidFill>
                            <a:schemeClr val="tx1"/>
                          </a:solidFill>
                          <a:effectLst/>
                          <a:latin typeface="Tahoma" pitchFamily="34" charset="0"/>
                          <a:cs typeface="Times New Roman" pitchFamily="18" charset="0"/>
                          <a:sym typeface="Wingdings" pitchFamily="2" charset="2"/>
                        </a:rPr>
                        <a:t></a:t>
                      </a: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f(3)=3</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f(2)</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f(4)=4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f(3)</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Espace réservé du numéro de diapositive 5"/>
          <p:cNvSpPr>
            <a:spLocks noGrp="1"/>
          </p:cNvSpPr>
          <p:nvPr>
            <p:ph type="sldNum" sz="quarter" idx="12"/>
          </p:nvPr>
        </p:nvSpPr>
        <p:spPr/>
        <p:txBody>
          <a:bodyPr/>
          <a:lstStyle/>
          <a:p>
            <a:fld id="{34334EC4-F669-407A-AF2B-BCEBB75F669C}" type="slidenum">
              <a:rPr lang="en-US"/>
              <a:pPr/>
              <a:t>42</a:t>
            </a:fld>
            <a:endParaRPr lang="en-US"/>
          </a:p>
        </p:txBody>
      </p:sp>
      <p:sp>
        <p:nvSpPr>
          <p:cNvPr id="53250"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53251"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53252"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53253"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53254" name="Group 6"/>
          <p:cNvGraphicFramePr>
            <a:graphicFrameLocks noGrp="1"/>
          </p:cNvGraphicFramePr>
          <p:nvPr/>
        </p:nvGraphicFramePr>
        <p:xfrm>
          <a:off x="3733800" y="3048000"/>
          <a:ext cx="27432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3</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2=</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6</a:t>
                      </a:r>
                      <a:r>
                        <a:rPr kumimoji="0" lang="en-US" sz="2000" b="0" i="0" u="none" strike="noStrike" cap="none" normalizeH="0" baseline="0">
                          <a:ln>
                            <a:noFill/>
                          </a:ln>
                          <a:solidFill>
                            <a:schemeClr val="tx1"/>
                          </a:solidFill>
                          <a:effectLst/>
                          <a:latin typeface="Tahoma" pitchFamily="34" charset="0"/>
                          <a:cs typeface="Times New Roman" pitchFamily="18" charset="0"/>
                          <a:sym typeface="Wingdings" pitchFamily="2" charset="2"/>
                        </a:rPr>
                        <a:t></a:t>
                      </a: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f(4)=4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f(3)</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sz="2000" b="0" i="0" u="none" strike="noStrike" cap="none" normalizeH="0" baseline="0">
                        <a:ln>
                          <a:noFill/>
                        </a:ln>
                        <a:solidFill>
                          <a:schemeClr val="tx1"/>
                        </a:solidFill>
                        <a:effectLst/>
                        <a:latin typeface="Tahoma" pitchFamily="34" charset="0"/>
                        <a:cs typeface="Times New Roman" pitchFamily="18" charset="0"/>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space réservé du numéro de diapositive 5"/>
          <p:cNvSpPr>
            <a:spLocks noGrp="1"/>
          </p:cNvSpPr>
          <p:nvPr>
            <p:ph type="sldNum" sz="quarter" idx="12"/>
          </p:nvPr>
        </p:nvSpPr>
        <p:spPr/>
        <p:txBody>
          <a:bodyPr/>
          <a:lstStyle/>
          <a:p>
            <a:fld id="{2A099F8C-607E-41A0-9659-E11C0B6F64A9}" type="slidenum">
              <a:rPr lang="en-US"/>
              <a:pPr/>
              <a:t>43</a:t>
            </a:fld>
            <a:endParaRPr lang="en-US"/>
          </a:p>
        </p:txBody>
      </p:sp>
      <p:sp>
        <p:nvSpPr>
          <p:cNvPr id="54274"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54275"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54276"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54277"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54278" name="Group 6"/>
          <p:cNvGraphicFramePr>
            <a:graphicFrameLocks noGrp="1"/>
          </p:cNvGraphicFramePr>
          <p:nvPr/>
        </p:nvGraphicFramePr>
        <p:xfrm>
          <a:off x="4648200" y="3048000"/>
          <a:ext cx="1828800" cy="17526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4</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6=</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24</a:t>
                      </a:r>
                      <a:r>
                        <a:rPr kumimoji="0" lang="en-US" sz="2000" b="0" i="0" u="none" strike="noStrike" cap="none" normalizeH="0" baseline="0">
                          <a:ln>
                            <a:noFill/>
                          </a:ln>
                          <a:solidFill>
                            <a:schemeClr val="tx1"/>
                          </a:solidFill>
                          <a:effectLst/>
                          <a:latin typeface="Tahoma" pitchFamily="34" charset="0"/>
                          <a:cs typeface="Times New Roman" pitchFamily="18" charset="0"/>
                          <a:sym typeface="Wingdings" pitchFamily="2" charset="2"/>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f(5)=5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f(4)</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Espace réservé du numéro de diapositive 5"/>
          <p:cNvSpPr>
            <a:spLocks noGrp="1"/>
          </p:cNvSpPr>
          <p:nvPr>
            <p:ph type="sldNum" sz="quarter" idx="12"/>
          </p:nvPr>
        </p:nvSpPr>
        <p:spPr/>
        <p:txBody>
          <a:bodyPr/>
          <a:lstStyle/>
          <a:p>
            <a:fld id="{7CF42217-EC25-44BA-A470-FBE162602542}" type="slidenum">
              <a:rPr lang="en-US"/>
              <a:pPr/>
              <a:t>44</a:t>
            </a:fld>
            <a:endParaRPr lang="en-US"/>
          </a:p>
        </p:txBody>
      </p:sp>
      <p:sp>
        <p:nvSpPr>
          <p:cNvPr id="55298"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55299"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a:p>
            <a:pPr>
              <a:buFont typeface="Wingdings" pitchFamily="2" charset="2"/>
              <a:buNone/>
            </a:pPr>
            <a:endParaRPr lang="en-US"/>
          </a:p>
        </p:txBody>
      </p:sp>
      <p:pic>
        <p:nvPicPr>
          <p:cNvPr id="55300"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55301"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graphicFrame>
        <p:nvGraphicFramePr>
          <p:cNvPr id="55302" name="Group 6"/>
          <p:cNvGraphicFramePr>
            <a:graphicFrameLocks noGrp="1"/>
          </p:cNvGraphicFramePr>
          <p:nvPr/>
        </p:nvGraphicFramePr>
        <p:xfrm>
          <a:off x="5562600" y="3048000"/>
          <a:ext cx="914400" cy="1752600"/>
        </p:xfrm>
        <a:graphic>
          <a:graphicData uri="http://schemas.openxmlformats.org/drawingml/2006/table">
            <a:tbl>
              <a:tblPr/>
              <a:tblGrid>
                <a:gridCol w="914400">
                  <a:extLst>
                    <a:ext uri="{9D8B030D-6E8A-4147-A177-3AD203B41FA5}">
                      <a16:colId xmlns:a16="http://schemas.microsoft.com/office/drawing/2014/main" val="20000"/>
                    </a:ext>
                  </a:extLst>
                </a:gridCol>
              </a:tblGrid>
              <a:tr h="17526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5</a:t>
                      </a:r>
                      <a:r>
                        <a:rPr kumimoji="0" lang="en-US" sz="2000" b="0" i="0" u="none" strike="noStrike" cap="none" normalizeH="0" baseline="0">
                          <a:ln>
                            <a:noFill/>
                          </a:ln>
                          <a:solidFill>
                            <a:schemeClr val="tx1"/>
                          </a:solidFill>
                          <a:effectLst/>
                          <a:latin typeface="Times New Roman"/>
                          <a:cs typeface="Times New Roman" pitchFamily="18" charset="0"/>
                        </a:rPr>
                        <a:t>·</a:t>
                      </a:r>
                      <a:r>
                        <a:rPr kumimoji="0" lang="en-US" sz="2000" b="0" i="0" u="none" strike="noStrike" cap="none" normalizeH="0" baseline="0">
                          <a:ln>
                            <a:noFill/>
                          </a:ln>
                          <a:solidFill>
                            <a:schemeClr val="tx1"/>
                          </a:solidFill>
                          <a:effectLst/>
                          <a:latin typeface="Tahoma" pitchFamily="34" charset="0"/>
                          <a:cs typeface="Times New Roman" pitchFamily="18" charset="0"/>
                        </a:rPr>
                        <a:t>24=</a:t>
                      </a:r>
                    </a:p>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sz="2000" b="0" i="0" u="none" strike="noStrike" cap="none" normalizeH="0" baseline="0">
                          <a:ln>
                            <a:noFill/>
                          </a:ln>
                          <a:solidFill>
                            <a:schemeClr val="tx1"/>
                          </a:solidFill>
                          <a:effectLst/>
                          <a:latin typeface="Tahoma" pitchFamily="34" charset="0"/>
                          <a:cs typeface="Times New Roman" pitchFamily="18" charset="0"/>
                        </a:rPr>
                        <a:t>120</a:t>
                      </a:r>
                      <a:r>
                        <a:rPr kumimoji="0" lang="en-US" sz="2000" b="0" i="0" u="none" strike="noStrike" cap="none" normalizeH="0" baseline="0">
                          <a:ln>
                            <a:noFill/>
                          </a:ln>
                          <a:solidFill>
                            <a:schemeClr val="tx1"/>
                          </a:solidFill>
                          <a:effectLst/>
                          <a:latin typeface="Tahoma" pitchFamily="34" charset="0"/>
                          <a:cs typeface="Times New Roman" pitchFamily="18" charset="0"/>
                          <a:sym typeface="Wingdings" pitchFamily="2" charset="2"/>
                        </a:rPr>
                        <a:t></a:t>
                      </a: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5"/>
          <p:cNvSpPr>
            <a:spLocks noGrp="1"/>
          </p:cNvSpPr>
          <p:nvPr>
            <p:ph type="sldNum" sz="quarter" idx="12"/>
          </p:nvPr>
        </p:nvSpPr>
        <p:spPr/>
        <p:txBody>
          <a:bodyPr/>
          <a:lstStyle/>
          <a:p>
            <a:fld id="{B3464DFA-4A44-4AE8-975B-74702BAE653B}" type="slidenum">
              <a:rPr lang="en-US"/>
              <a:pPr/>
              <a:t>45</a:t>
            </a:fld>
            <a:endParaRPr lang="en-US"/>
          </a:p>
        </p:txBody>
      </p:sp>
      <p:sp>
        <p:nvSpPr>
          <p:cNvPr id="56322" name="Rectangle 2"/>
          <p:cNvSpPr>
            <a:spLocks noGrp="1" noChangeArrowheads="1"/>
          </p:cNvSpPr>
          <p:nvPr>
            <p:ph type="title"/>
          </p:nvPr>
        </p:nvSpPr>
        <p:spPr/>
        <p:txBody>
          <a:bodyPr/>
          <a:lstStyle/>
          <a:p>
            <a:pPr algn="ctr"/>
            <a:r>
              <a:rPr lang="fr-FR"/>
              <a:t>Algorithmes récursifs</a:t>
            </a:r>
            <a:br>
              <a:rPr lang="fr-FR"/>
            </a:br>
            <a:r>
              <a:rPr lang="en-US" err="1"/>
              <a:t>Implémentation</a:t>
            </a:r>
            <a:endParaRPr lang="en-US"/>
          </a:p>
        </p:txBody>
      </p:sp>
      <p:sp>
        <p:nvSpPr>
          <p:cNvPr id="56323" name="Rectangle 3" descr="Rectangle: Click to edit Master text styles&#10;Second level&#10;Third level&#10;Fourth level&#10;Fifth level"/>
          <p:cNvSpPr>
            <a:spLocks noGrp="1" noChangeArrowheads="1"/>
          </p:cNvSpPr>
          <p:nvPr>
            <p:ph type="body" idx="1"/>
          </p:nvPr>
        </p:nvSpPr>
        <p:spPr>
          <a:xfrm>
            <a:off x="533400" y="1371600"/>
            <a:ext cx="7772400" cy="4114800"/>
          </a:xfrm>
        </p:spPr>
        <p:txBody>
          <a:bodyPr/>
          <a:lstStyle/>
          <a:p>
            <a:pPr>
              <a:buNone/>
            </a:pPr>
            <a:endParaRPr lang="en-US" sz="2000">
              <a:latin typeface="Courier New" pitchFamily="49" charset="0"/>
            </a:endParaRPr>
          </a:p>
          <a:p>
            <a:pPr>
              <a:buNone/>
            </a:pPr>
            <a:r>
              <a:rPr lang="en-US" sz="2000">
                <a:latin typeface="Courier New" pitchFamily="49" charset="0"/>
              </a:rPr>
              <a:t>factorial(n)</a:t>
            </a:r>
          </a:p>
          <a:p>
            <a:pPr>
              <a:buNone/>
            </a:pPr>
            <a:r>
              <a:rPr lang="en-US" sz="2000">
                <a:latin typeface="Courier New" pitchFamily="49" charset="0"/>
              </a:rPr>
              <a:t>	if (n&lt;=0) return 1</a:t>
            </a:r>
          </a:p>
          <a:p>
            <a:pPr>
              <a:buNone/>
            </a:pPr>
            <a:r>
              <a:rPr lang="en-US" sz="2000">
                <a:latin typeface="Courier New" pitchFamily="49" charset="0"/>
              </a:rPr>
              <a:t>	return n*factorial(n-1)</a:t>
            </a:r>
          </a:p>
        </p:txBody>
      </p:sp>
      <p:pic>
        <p:nvPicPr>
          <p:cNvPr id="56324" name="Picture 4" descr="spring"/>
          <p:cNvPicPr>
            <a:picLocks noChangeAspect="1" noChangeArrowheads="1"/>
          </p:cNvPicPr>
          <p:nvPr/>
        </p:nvPicPr>
        <p:blipFill>
          <a:blip r:embed="rId2" cstate="print"/>
          <a:srcRect/>
          <a:stretch>
            <a:fillRect/>
          </a:stretch>
        </p:blipFill>
        <p:spPr bwMode="auto">
          <a:xfrm>
            <a:off x="6645275" y="3074988"/>
            <a:ext cx="2193925" cy="1725612"/>
          </a:xfrm>
          <a:prstGeom prst="rect">
            <a:avLst/>
          </a:prstGeom>
          <a:noFill/>
        </p:spPr>
      </p:pic>
      <p:sp>
        <p:nvSpPr>
          <p:cNvPr id="56325" name="AutoShape 5"/>
          <p:cNvSpPr>
            <a:spLocks noChangeArrowheads="1"/>
          </p:cNvSpPr>
          <p:nvPr/>
        </p:nvSpPr>
        <p:spPr bwMode="auto">
          <a:xfrm flipH="1">
            <a:off x="6400800" y="2743200"/>
            <a:ext cx="838200" cy="2362200"/>
          </a:xfrm>
          <a:prstGeom prst="moon">
            <a:avLst>
              <a:gd name="adj" fmla="val 70454"/>
            </a:avLst>
          </a:prstGeom>
          <a:solidFill>
            <a:srgbClr val="FF0000"/>
          </a:solidFill>
          <a:ln w="9525">
            <a:solidFill>
              <a:schemeClr val="tx1"/>
            </a:solidFill>
            <a:miter lim="800000"/>
            <a:headEnd/>
            <a:tailEnd/>
          </a:ln>
          <a:effectLst/>
        </p:spPr>
        <p:txBody>
          <a:bodyPr wrap="none" anchor="ctr"/>
          <a:lstStyle/>
          <a:p>
            <a:endParaRPr lang="fr-FR"/>
          </a:p>
        </p:txBody>
      </p:sp>
      <p:sp>
        <p:nvSpPr>
          <p:cNvPr id="56326" name="AutoShape 6"/>
          <p:cNvSpPr>
            <a:spLocks noChangeArrowheads="1"/>
          </p:cNvSpPr>
          <p:nvPr/>
        </p:nvSpPr>
        <p:spPr bwMode="auto">
          <a:xfrm>
            <a:off x="3505200" y="3048000"/>
            <a:ext cx="1981200" cy="1371600"/>
          </a:xfrm>
          <a:prstGeom prst="cloudCallout">
            <a:avLst>
              <a:gd name="adj1" fmla="val 96153"/>
              <a:gd name="adj2" fmla="val 25231"/>
            </a:avLst>
          </a:prstGeom>
          <a:solidFill>
            <a:schemeClr val="accent1"/>
          </a:solidFill>
          <a:ln w="9525">
            <a:solidFill>
              <a:schemeClr val="tx1"/>
            </a:solidFill>
            <a:round/>
            <a:headEnd/>
            <a:tailEnd/>
          </a:ln>
          <a:effectLst/>
        </p:spPr>
        <p:txBody>
          <a:bodyPr/>
          <a:lstStyle/>
          <a:p>
            <a:pPr algn="ctr"/>
            <a:r>
              <a:rPr lang="en-US" sz="2000"/>
              <a:t>Return </a:t>
            </a:r>
            <a:r>
              <a:rPr lang="en-US"/>
              <a:t>5! = 120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813F49CB-4D37-47D4-9A3E-A3A9018AD0BB}" type="slidenum">
              <a:rPr lang="en-US"/>
              <a:pPr/>
              <a:t>46</a:t>
            </a:fld>
            <a:endParaRPr lang="en-US"/>
          </a:p>
        </p:txBody>
      </p:sp>
      <p:sp>
        <p:nvSpPr>
          <p:cNvPr id="140290" name="Rectangle 2"/>
          <p:cNvSpPr>
            <a:spLocks noGrp="1" noChangeArrowheads="1"/>
          </p:cNvSpPr>
          <p:nvPr>
            <p:ph type="title"/>
          </p:nvPr>
        </p:nvSpPr>
        <p:spPr/>
        <p:txBody>
          <a:bodyPr/>
          <a:lstStyle/>
          <a:p>
            <a:pPr algn="ctr"/>
            <a:r>
              <a:rPr lang="fr-FR" sz="4000"/>
              <a:t>Des définitions récursives aux algorithmes récursifs</a:t>
            </a:r>
            <a:endParaRPr lang="en-US" sz="4000"/>
          </a:p>
        </p:txBody>
      </p:sp>
      <p:sp>
        <p:nvSpPr>
          <p:cNvPr id="140291" name="Rectangle 3" descr="Rectangle: Click to edit Master text styles&#10;Second level&#10;Third level&#10;Fourth level&#10;Fifth level"/>
          <p:cNvSpPr>
            <a:spLocks noGrp="1" noChangeArrowheads="1"/>
          </p:cNvSpPr>
          <p:nvPr>
            <p:ph type="body" idx="1"/>
          </p:nvPr>
        </p:nvSpPr>
        <p:spPr>
          <a:xfrm>
            <a:off x="609600" y="1447800"/>
            <a:ext cx="8534400" cy="5410200"/>
          </a:xfrm>
        </p:spPr>
        <p:txBody>
          <a:bodyPr/>
          <a:lstStyle/>
          <a:p>
            <a:pPr>
              <a:buNone/>
            </a:pPr>
            <a:r>
              <a:rPr lang="fr-FR"/>
              <a:t>En général, à partir d'une fonction récursive:</a:t>
            </a:r>
            <a:endParaRPr lang="en-US"/>
          </a:p>
          <a:p>
            <a:pPr>
              <a:buFont typeface="Wingdings" pitchFamily="2" charset="2"/>
              <a:buNone/>
            </a:pPr>
            <a:endParaRPr lang="en-US"/>
          </a:p>
          <a:p>
            <a:pPr>
              <a:buNone/>
            </a:pPr>
            <a:endParaRPr lang="fr-FR"/>
          </a:p>
          <a:p>
            <a:pPr>
              <a:buNone/>
            </a:pPr>
            <a:r>
              <a:rPr lang="fr-FR"/>
              <a:t>donne un algorithme récursif:</a:t>
            </a:r>
            <a:r>
              <a:rPr lang="en-US" sz="2800" b="1"/>
              <a:t>		</a:t>
            </a:r>
          </a:p>
          <a:p>
            <a:pPr>
              <a:buNone/>
            </a:pPr>
            <a:r>
              <a:rPr lang="en-US" sz="2400"/>
              <a:t>         output f(</a:t>
            </a:r>
            <a:r>
              <a:rPr lang="en-US" sz="2400" i="1"/>
              <a:t>n</a:t>
            </a:r>
            <a:r>
              <a:rPr lang="en-US" sz="2400"/>
              <a:t>)</a:t>
            </a:r>
          </a:p>
          <a:p>
            <a:pPr>
              <a:buFont typeface="Wingdings" pitchFamily="2" charset="2"/>
              <a:buNone/>
            </a:pPr>
            <a:r>
              <a:rPr lang="en-US" sz="2400"/>
              <a:t>			if (</a:t>
            </a:r>
            <a:r>
              <a:rPr lang="en-US" sz="2400" i="1"/>
              <a:t>n </a:t>
            </a:r>
            <a:r>
              <a:rPr lang="en-US" sz="2400"/>
              <a:t>in range</a:t>
            </a:r>
            <a:r>
              <a:rPr lang="en-US" sz="2400" baseline="-25000"/>
              <a:t>1</a:t>
            </a:r>
            <a:r>
              <a:rPr lang="en-US" sz="2400"/>
              <a:t>)</a:t>
            </a:r>
          </a:p>
          <a:p>
            <a:pPr>
              <a:buFont typeface="Wingdings" pitchFamily="2" charset="2"/>
              <a:buNone/>
            </a:pPr>
            <a:r>
              <a:rPr lang="en-US" sz="2400"/>
              <a:t>				return output</a:t>
            </a:r>
            <a:r>
              <a:rPr lang="en-US" sz="2400" baseline="-25000"/>
              <a:t>1</a:t>
            </a:r>
            <a:endParaRPr lang="en-US" sz="2400"/>
          </a:p>
          <a:p>
            <a:pPr>
              <a:buFont typeface="Wingdings" pitchFamily="2" charset="2"/>
              <a:buNone/>
            </a:pPr>
            <a:r>
              <a:rPr lang="en-US" sz="2400"/>
              <a:t>			</a:t>
            </a:r>
            <a:r>
              <a:rPr lang="en-US" sz="2400">
                <a:latin typeface="Times New Roman"/>
              </a:rPr>
              <a:t>…</a:t>
            </a:r>
            <a:endParaRPr lang="en-US" sz="2400"/>
          </a:p>
          <a:p>
            <a:pPr>
              <a:buFont typeface="Wingdings" pitchFamily="2" charset="2"/>
              <a:buNone/>
            </a:pPr>
            <a:r>
              <a:rPr lang="en-US" sz="2400"/>
              <a:t>			if (</a:t>
            </a:r>
            <a:r>
              <a:rPr lang="en-US" sz="2400" i="1"/>
              <a:t>n </a:t>
            </a:r>
            <a:r>
              <a:rPr lang="en-US" sz="2400"/>
              <a:t>in </a:t>
            </a:r>
            <a:r>
              <a:rPr lang="en-US" sz="2400" err="1"/>
              <a:t>range</a:t>
            </a:r>
            <a:r>
              <a:rPr lang="en-US" sz="2400" i="1" baseline="-25000" err="1"/>
              <a:t>k</a:t>
            </a:r>
            <a:r>
              <a:rPr lang="en-US" sz="2400"/>
              <a:t>)</a:t>
            </a:r>
          </a:p>
          <a:p>
            <a:pPr>
              <a:buFont typeface="Wingdings" pitchFamily="2" charset="2"/>
              <a:buNone/>
            </a:pPr>
            <a:r>
              <a:rPr lang="en-US" sz="2400"/>
              <a:t>				return </a:t>
            </a:r>
            <a:r>
              <a:rPr lang="en-US" sz="2400" err="1"/>
              <a:t>output</a:t>
            </a:r>
            <a:r>
              <a:rPr lang="en-US" sz="2400" i="1" baseline="-25000" err="1"/>
              <a:t>k</a:t>
            </a:r>
            <a:endParaRPr lang="en-US" sz="2400" baseline="-25000"/>
          </a:p>
          <a:p>
            <a:pPr>
              <a:buFont typeface="Wingdings" pitchFamily="2" charset="2"/>
              <a:buNone/>
            </a:pPr>
            <a:r>
              <a:rPr lang="en-US" sz="2400"/>
              <a:t>	</a:t>
            </a:r>
          </a:p>
        </p:txBody>
      </p:sp>
      <p:graphicFrame>
        <p:nvGraphicFramePr>
          <p:cNvPr id="151552" name="Object 0"/>
          <p:cNvGraphicFramePr>
            <a:graphicFrameLocks noChangeAspect="1"/>
          </p:cNvGraphicFramePr>
          <p:nvPr/>
        </p:nvGraphicFramePr>
        <p:xfrm>
          <a:off x="2173288" y="1876425"/>
          <a:ext cx="4989512" cy="1574800"/>
        </p:xfrm>
        <a:graphic>
          <a:graphicData uri="http://schemas.openxmlformats.org/presentationml/2006/ole">
            <mc:AlternateContent xmlns:mc="http://schemas.openxmlformats.org/markup-compatibility/2006">
              <mc:Choice xmlns:v="urn:schemas-microsoft-com:vml" Requires="v">
                <p:oleObj spid="_x0000_s63489" name="Equation" r:id="rId4" imgW="1942920" imgH="711000" progId="Equation.3">
                  <p:embed/>
                </p:oleObj>
              </mc:Choice>
              <mc:Fallback>
                <p:oleObj name="Equation" r:id="rId4" imgW="1942920" imgH="711000" progId="Equation.3">
                  <p:embed/>
                  <p:pic>
                    <p:nvPicPr>
                      <p:cNvPr id="0" name="Picture 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3288" y="1876425"/>
                        <a:ext cx="4989512" cy="157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91402F1B-E6E2-4E09-8D89-989462D56D64}" type="slidenum">
              <a:rPr lang="en-US"/>
              <a:pPr/>
              <a:t>47</a:t>
            </a:fld>
            <a:endParaRPr lang="en-US"/>
          </a:p>
        </p:txBody>
      </p:sp>
      <p:sp>
        <p:nvSpPr>
          <p:cNvPr id="107522" name="Rectangle 2"/>
          <p:cNvSpPr>
            <a:spLocks noGrp="1" noChangeArrowheads="1"/>
          </p:cNvSpPr>
          <p:nvPr>
            <p:ph type="title"/>
          </p:nvPr>
        </p:nvSpPr>
        <p:spPr/>
        <p:txBody>
          <a:bodyPr/>
          <a:lstStyle/>
          <a:p>
            <a:pPr algn="ctr"/>
            <a:r>
              <a:rPr lang="fr-FR"/>
              <a:t>Algorithmes récursifs </a:t>
            </a:r>
            <a:br>
              <a:rPr lang="en-US"/>
            </a:br>
            <a:r>
              <a:rPr lang="en-US" err="1"/>
              <a:t>Exemples</a:t>
            </a:r>
            <a:endParaRPr lang="en-US"/>
          </a:p>
        </p:txBody>
      </p:sp>
      <p:sp>
        <p:nvSpPr>
          <p:cNvPr id="107523" name="Rectangle 3" descr="Rectangle: Click to edit Master text styles&#10;Second level&#10;Third level&#10;Fourth level&#10;Fifth level"/>
          <p:cNvSpPr>
            <a:spLocks noGrp="1" noChangeArrowheads="1"/>
          </p:cNvSpPr>
          <p:nvPr>
            <p:ph type="body" idx="1"/>
          </p:nvPr>
        </p:nvSpPr>
        <p:spPr>
          <a:xfrm>
            <a:off x="838200" y="1676400"/>
            <a:ext cx="8305800" cy="4343400"/>
          </a:xfrm>
        </p:spPr>
        <p:txBody>
          <a:bodyPr/>
          <a:lstStyle/>
          <a:p>
            <a:pPr>
              <a:buNone/>
            </a:pPr>
            <a:r>
              <a:rPr lang="fr-FR"/>
              <a:t>Nous pouvons également tourner les définitions récursives de la fonction de </a:t>
            </a:r>
            <a:r>
              <a:rPr lang="fr-FR" err="1"/>
              <a:t>Fibonacci</a:t>
            </a:r>
            <a:r>
              <a:rPr lang="fr-FR"/>
              <a:t>, les coefficients du binôme et le pgcd en algorithmes récursifs, mais dans le cas de </a:t>
            </a:r>
            <a:r>
              <a:rPr lang="fr-FR" err="1"/>
              <a:t>Fibonacci</a:t>
            </a:r>
            <a:r>
              <a:rPr lang="fr-FR"/>
              <a:t> et du binôme, ces algorithmes sont vraiment mauvais (dans la mesure où le temps d'exécution est considéré). </a:t>
            </a:r>
            <a:br>
              <a:rPr lang="fr-FR"/>
            </a:br>
            <a:r>
              <a:rPr lang="fr-FR"/>
              <a:t>Voici les pseudo-code pour ces exemples: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CD55CBE1-1499-48D3-A9FC-ACE07C9EFCED}" type="slidenum">
              <a:rPr lang="en-US"/>
              <a:pPr/>
              <a:t>48</a:t>
            </a:fld>
            <a:endParaRPr lang="en-US"/>
          </a:p>
        </p:txBody>
      </p:sp>
      <p:sp>
        <p:nvSpPr>
          <p:cNvPr id="109570" name="Rectangle 2"/>
          <p:cNvSpPr>
            <a:spLocks noGrp="1" noChangeArrowheads="1"/>
          </p:cNvSpPr>
          <p:nvPr>
            <p:ph type="title"/>
          </p:nvPr>
        </p:nvSpPr>
        <p:spPr/>
        <p:txBody>
          <a:bodyPr/>
          <a:lstStyle/>
          <a:p>
            <a:pPr algn="ctr"/>
            <a:r>
              <a:rPr lang="fr-FR"/>
              <a:t>Algorithmes récursifs </a:t>
            </a:r>
            <a:br>
              <a:rPr lang="en-US"/>
            </a:br>
            <a:r>
              <a:rPr lang="en-US"/>
              <a:t>Fibonacci</a:t>
            </a:r>
          </a:p>
        </p:txBody>
      </p:sp>
      <p:sp>
        <p:nvSpPr>
          <p:cNvPr id="109571" name="Rectangle 3" descr="Rectangle: Click to edit Master text styles&#10;Second level&#10;Third level&#10;Fourth level&#10;Fifth level"/>
          <p:cNvSpPr>
            <a:spLocks noGrp="1" noChangeArrowheads="1"/>
          </p:cNvSpPr>
          <p:nvPr>
            <p:ph type="body" idx="1"/>
          </p:nvPr>
        </p:nvSpPr>
        <p:spPr>
          <a:xfrm>
            <a:off x="762000" y="1524000"/>
            <a:ext cx="8001000" cy="5105400"/>
          </a:xfrm>
        </p:spPr>
        <p:txBody>
          <a:bodyPr/>
          <a:lstStyle/>
          <a:p>
            <a:pPr>
              <a:buNone/>
            </a:pPr>
            <a:r>
              <a:rPr lang="en-US" err="1"/>
              <a:t>entier</a:t>
            </a:r>
            <a:r>
              <a:rPr lang="en-US"/>
              <a:t> </a:t>
            </a:r>
            <a:r>
              <a:rPr lang="en-US" i="1"/>
              <a:t>f </a:t>
            </a:r>
            <a:r>
              <a:rPr lang="en-US"/>
              <a:t>(</a:t>
            </a:r>
            <a:r>
              <a:rPr lang="en-US" err="1"/>
              <a:t>entier</a:t>
            </a:r>
            <a:r>
              <a:rPr lang="en-US"/>
              <a:t> pos. </a:t>
            </a:r>
            <a:r>
              <a:rPr lang="en-US" i="1"/>
              <a:t>n</a:t>
            </a:r>
            <a:r>
              <a:rPr lang="en-US"/>
              <a:t>)</a:t>
            </a:r>
          </a:p>
          <a:p>
            <a:pPr>
              <a:buFont typeface="Wingdings" pitchFamily="2" charset="2"/>
              <a:buNone/>
            </a:pPr>
            <a:r>
              <a:rPr lang="en-US"/>
              <a:t>	if (</a:t>
            </a:r>
            <a:r>
              <a:rPr lang="en-US" i="1"/>
              <a:t>n</a:t>
            </a:r>
            <a:r>
              <a:rPr lang="en-US"/>
              <a:t> </a:t>
            </a:r>
            <a:r>
              <a:rPr lang="en-US">
                <a:sym typeface="Symbol" pitchFamily="18" charset="2"/>
              </a:rPr>
              <a:t> 1) return </a:t>
            </a:r>
            <a:r>
              <a:rPr lang="en-US" i="1">
                <a:sym typeface="Symbol" pitchFamily="18" charset="2"/>
              </a:rPr>
              <a:t>n</a:t>
            </a:r>
            <a:endParaRPr lang="en-US">
              <a:sym typeface="Symbol" pitchFamily="18" charset="2"/>
            </a:endParaRPr>
          </a:p>
          <a:p>
            <a:pPr>
              <a:buFont typeface="Wingdings" pitchFamily="2" charset="2"/>
              <a:buNone/>
            </a:pPr>
            <a:r>
              <a:rPr lang="en-US">
                <a:sym typeface="Symbol" pitchFamily="18" charset="2"/>
              </a:rPr>
              <a:t>	return </a:t>
            </a:r>
            <a:r>
              <a:rPr lang="en-US" i="1">
                <a:sym typeface="Symbol" pitchFamily="18" charset="2"/>
              </a:rPr>
              <a:t>f </a:t>
            </a:r>
            <a:r>
              <a:rPr lang="en-US">
                <a:sym typeface="Symbol" pitchFamily="18" charset="2"/>
              </a:rPr>
              <a:t>(</a:t>
            </a:r>
            <a:r>
              <a:rPr lang="en-US" i="1">
                <a:sym typeface="Symbol" pitchFamily="18" charset="2"/>
              </a:rPr>
              <a:t>n </a:t>
            </a:r>
            <a:r>
              <a:rPr lang="en-US">
                <a:sym typeface="Symbol" pitchFamily="18" charset="2"/>
              </a:rPr>
              <a:t>-1) + </a:t>
            </a:r>
            <a:r>
              <a:rPr lang="en-US" i="1">
                <a:sym typeface="Symbol" pitchFamily="18" charset="2"/>
              </a:rPr>
              <a:t>f </a:t>
            </a:r>
            <a:r>
              <a:rPr lang="en-US">
                <a:sym typeface="Symbol" pitchFamily="18" charset="2"/>
              </a:rPr>
              <a:t>(</a:t>
            </a:r>
            <a:r>
              <a:rPr lang="en-US" i="1">
                <a:sym typeface="Symbol" pitchFamily="18" charset="2"/>
              </a:rPr>
              <a:t>n</a:t>
            </a:r>
            <a:r>
              <a:rPr lang="en-US">
                <a:sym typeface="Symbol" pitchFamily="18" charset="2"/>
              </a:rPr>
              <a:t> -2)</a:t>
            </a:r>
          </a:p>
          <a:p>
            <a:pPr>
              <a:buNone/>
            </a:pPr>
            <a:endParaRPr lang="en-US">
              <a:sym typeface="Symbol" pitchFamily="18" charset="2"/>
            </a:endParaRPr>
          </a:p>
          <a:p>
            <a:pPr>
              <a:buNone/>
            </a:pPr>
            <a:r>
              <a:rPr lang="fr-FR"/>
              <a:t>Il s'agit d'un algorithme en</a:t>
            </a:r>
            <a:r>
              <a:rPr lang="en-US" i="1">
                <a:sym typeface="Symbol" pitchFamily="18" charset="2"/>
              </a:rPr>
              <a:t>O</a:t>
            </a:r>
            <a:r>
              <a:rPr lang="en-US">
                <a:sym typeface="Symbol" pitchFamily="18" charset="2"/>
              </a:rPr>
              <a:t>(2</a:t>
            </a:r>
            <a:r>
              <a:rPr lang="en-US" i="1" baseline="30000">
                <a:sym typeface="Symbol" pitchFamily="18" charset="2"/>
              </a:rPr>
              <a:t>n </a:t>
            </a:r>
            <a:r>
              <a:rPr lang="en-US">
                <a:sym typeface="Symbol" pitchFamily="18" charset="2"/>
              </a:rPr>
              <a:t>) </a:t>
            </a:r>
            <a:r>
              <a:rPr lang="fr-FR"/>
              <a:t>car allant de </a:t>
            </a:r>
            <a:r>
              <a:rPr lang="fr-FR" i="1"/>
              <a:t>n</a:t>
            </a:r>
            <a:r>
              <a:rPr lang="fr-FR"/>
              <a:t>  à </a:t>
            </a:r>
            <a:r>
              <a:rPr lang="fr-FR" i="1"/>
              <a:t>n-1</a:t>
            </a:r>
            <a:r>
              <a:rPr lang="en-US">
                <a:sym typeface="Symbol" pitchFamily="18" charset="2"/>
              </a:rPr>
              <a:t> </a:t>
            </a:r>
            <a:r>
              <a:rPr lang="fr-FR"/>
              <a:t>se multiplie en </a:t>
            </a:r>
            <a:r>
              <a:rPr lang="en-US">
                <a:sym typeface="Symbol" pitchFamily="18" charset="2"/>
              </a:rPr>
              <a:t>2 </a:t>
            </a:r>
            <a:r>
              <a:rPr lang="fr-FR"/>
              <a:t>appels</a:t>
            </a:r>
            <a:r>
              <a:rPr lang="en-US">
                <a:sym typeface="Symbol" pitchFamily="18" charset="2"/>
              </a:rPr>
              <a:t> de la </a:t>
            </a:r>
            <a:r>
              <a:rPr lang="en-US" err="1">
                <a:sym typeface="Symbol" pitchFamily="18" charset="2"/>
              </a:rPr>
              <a:t>fonction</a:t>
            </a:r>
            <a:r>
              <a:rPr lang="en-US">
                <a:sym typeface="Symbol" pitchFamily="18" charset="2"/>
              </a:rPr>
              <a:t>, </a:t>
            </a:r>
            <a:r>
              <a:rPr lang="fr-FR"/>
              <a:t>et chacun de ces appels, à son tour, se multiplie en </a:t>
            </a:r>
            <a:r>
              <a:rPr lang="en-US">
                <a:sym typeface="Symbol" pitchFamily="18" charset="2"/>
              </a:rPr>
              <a:t>2 </a:t>
            </a:r>
            <a:r>
              <a:rPr lang="en-US" err="1">
                <a:sym typeface="Symbol" pitchFamily="18" charset="2"/>
              </a:rPr>
              <a:t>autres</a:t>
            </a:r>
            <a:r>
              <a:rPr lang="en-US">
                <a:sym typeface="Symbol" pitchFamily="18" charset="2"/>
              </a:rPr>
              <a:t> </a:t>
            </a:r>
            <a:r>
              <a:rPr lang="fr-FR"/>
              <a:t>appels</a:t>
            </a:r>
            <a:r>
              <a:rPr lang="en-US">
                <a:sym typeface="Symbol" pitchFamily="18" charset="2"/>
              </a:rPr>
              <a:t> , </a:t>
            </a:r>
            <a:r>
              <a:rPr lang="fr-FR"/>
              <a:t>et ainsi de suite. </a:t>
            </a:r>
            <a:endParaRPr lang="en-US">
              <a:sym typeface="Symbol" pitchFamily="18" charset="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CF4EE028-AB96-4FE5-9711-FD6820A7F634}" type="slidenum">
              <a:rPr lang="en-US"/>
              <a:pPr/>
              <a:t>49</a:t>
            </a:fld>
            <a:endParaRPr lang="en-US"/>
          </a:p>
        </p:txBody>
      </p:sp>
      <p:sp>
        <p:nvSpPr>
          <p:cNvPr id="111618" name="Rectangle 2"/>
          <p:cNvSpPr>
            <a:spLocks noGrp="1" noChangeArrowheads="1"/>
          </p:cNvSpPr>
          <p:nvPr>
            <p:ph type="title"/>
          </p:nvPr>
        </p:nvSpPr>
        <p:spPr/>
        <p:txBody>
          <a:bodyPr/>
          <a:lstStyle/>
          <a:p>
            <a:pPr algn="ctr"/>
            <a:r>
              <a:rPr lang="fr-FR"/>
              <a:t>Algorithmes récursifs </a:t>
            </a:r>
            <a:br>
              <a:rPr lang="en-US"/>
            </a:br>
            <a:r>
              <a:rPr lang="en-US"/>
              <a:t> Coefficients </a:t>
            </a:r>
            <a:r>
              <a:rPr lang="en-US" err="1"/>
              <a:t>Binomiaux</a:t>
            </a:r>
            <a:endParaRPr lang="en-US"/>
          </a:p>
        </p:txBody>
      </p:sp>
      <p:sp>
        <p:nvSpPr>
          <p:cNvPr id="111619" name="Rectangle 3" descr="Rectangle: Click to edit Master text styles&#10;Second level&#10;Third level&#10;Fourth level&#10;Fifth level"/>
          <p:cNvSpPr>
            <a:spLocks noGrp="1" noChangeArrowheads="1"/>
          </p:cNvSpPr>
          <p:nvPr>
            <p:ph type="body" idx="1"/>
          </p:nvPr>
        </p:nvSpPr>
        <p:spPr>
          <a:xfrm>
            <a:off x="762000" y="1524000"/>
            <a:ext cx="7848600" cy="5105400"/>
          </a:xfrm>
        </p:spPr>
        <p:txBody>
          <a:bodyPr/>
          <a:lstStyle/>
          <a:p>
            <a:pPr>
              <a:buFont typeface="Wingdings" pitchFamily="2" charset="2"/>
              <a:buNone/>
            </a:pPr>
            <a:r>
              <a:rPr lang="en-US" err="1"/>
              <a:t>entier</a:t>
            </a:r>
            <a:r>
              <a:rPr lang="en-US"/>
              <a:t> </a:t>
            </a:r>
            <a:r>
              <a:rPr lang="en-US" i="1"/>
              <a:t>C </a:t>
            </a:r>
            <a:r>
              <a:rPr lang="en-US"/>
              <a:t>(</a:t>
            </a:r>
            <a:r>
              <a:rPr lang="en-US" err="1"/>
              <a:t>entiers</a:t>
            </a:r>
            <a:r>
              <a:rPr lang="en-US"/>
              <a:t> </a:t>
            </a:r>
            <a:r>
              <a:rPr lang="en-US" i="1" err="1"/>
              <a:t>n,k</a:t>
            </a:r>
            <a:r>
              <a:rPr lang="en-US"/>
              <a:t>)</a:t>
            </a:r>
          </a:p>
          <a:p>
            <a:pPr>
              <a:buFont typeface="Wingdings" pitchFamily="2" charset="2"/>
              <a:buNone/>
            </a:pPr>
            <a:r>
              <a:rPr lang="en-US"/>
              <a:t>	if (</a:t>
            </a:r>
            <a:r>
              <a:rPr lang="en-US" i="1"/>
              <a:t>k</a:t>
            </a:r>
            <a:r>
              <a:rPr lang="en-US"/>
              <a:t> &lt;</a:t>
            </a:r>
            <a:r>
              <a:rPr lang="en-US">
                <a:sym typeface="Symbol" pitchFamily="18" charset="2"/>
              </a:rPr>
              <a:t> 0</a:t>
            </a:r>
            <a:r>
              <a:rPr lang="en-US" i="1">
                <a:sym typeface="Symbol" pitchFamily="18" charset="2"/>
              </a:rPr>
              <a:t> </a:t>
            </a:r>
            <a:r>
              <a:rPr lang="en-US">
                <a:sym typeface="Symbol" pitchFamily="18" charset="2"/>
              </a:rPr>
              <a:t>| </a:t>
            </a:r>
            <a:r>
              <a:rPr lang="en-US" i="1"/>
              <a:t>k</a:t>
            </a:r>
            <a:r>
              <a:rPr lang="en-US"/>
              <a:t> &gt; </a:t>
            </a:r>
            <a:r>
              <a:rPr lang="en-US" i="1">
                <a:sym typeface="Symbol" pitchFamily="18" charset="2"/>
              </a:rPr>
              <a:t>n </a:t>
            </a:r>
            <a:r>
              <a:rPr lang="en-US">
                <a:sym typeface="Symbol" pitchFamily="18" charset="2"/>
              </a:rPr>
              <a:t>) return 0</a:t>
            </a:r>
          </a:p>
          <a:p>
            <a:pPr>
              <a:buFont typeface="Wingdings" pitchFamily="2" charset="2"/>
              <a:buNone/>
            </a:pPr>
            <a:r>
              <a:rPr lang="en-US">
                <a:sym typeface="Symbol" pitchFamily="18" charset="2"/>
              </a:rPr>
              <a:t>	if (</a:t>
            </a:r>
            <a:r>
              <a:rPr lang="en-US" i="1"/>
              <a:t>k</a:t>
            </a:r>
            <a:r>
              <a:rPr lang="en-US"/>
              <a:t> ==</a:t>
            </a:r>
            <a:r>
              <a:rPr lang="en-US">
                <a:sym typeface="Symbol" pitchFamily="18" charset="2"/>
              </a:rPr>
              <a:t> 0</a:t>
            </a:r>
            <a:r>
              <a:rPr lang="en-US" i="1">
                <a:sym typeface="Symbol" pitchFamily="18" charset="2"/>
              </a:rPr>
              <a:t> </a:t>
            </a:r>
            <a:r>
              <a:rPr lang="en-US">
                <a:sym typeface="Symbol" pitchFamily="18" charset="2"/>
              </a:rPr>
              <a:t>&amp; </a:t>
            </a:r>
            <a:r>
              <a:rPr lang="en-US" i="1"/>
              <a:t>n</a:t>
            </a:r>
            <a:r>
              <a:rPr lang="en-US"/>
              <a:t> ==</a:t>
            </a:r>
            <a:r>
              <a:rPr lang="en-US">
                <a:sym typeface="Symbol" pitchFamily="18" charset="2"/>
              </a:rPr>
              <a:t> 0) return 1</a:t>
            </a:r>
          </a:p>
          <a:p>
            <a:pPr>
              <a:buFont typeface="Wingdings" pitchFamily="2" charset="2"/>
              <a:buNone/>
            </a:pPr>
            <a:r>
              <a:rPr lang="en-US">
                <a:sym typeface="Symbol" pitchFamily="18" charset="2"/>
              </a:rPr>
              <a:t>	return </a:t>
            </a:r>
            <a:r>
              <a:rPr lang="en-US" i="1"/>
              <a:t>C </a:t>
            </a:r>
            <a:r>
              <a:rPr lang="en-US"/>
              <a:t>(</a:t>
            </a:r>
            <a:r>
              <a:rPr lang="en-US" i="1"/>
              <a:t>n </a:t>
            </a:r>
            <a:r>
              <a:rPr lang="en-US"/>
              <a:t>-1,</a:t>
            </a:r>
            <a:r>
              <a:rPr lang="en-US" i="1"/>
              <a:t>k</a:t>
            </a:r>
            <a:r>
              <a:rPr lang="en-US"/>
              <a:t>) + </a:t>
            </a:r>
            <a:r>
              <a:rPr lang="en-US" i="1"/>
              <a:t>C </a:t>
            </a:r>
            <a:r>
              <a:rPr lang="en-US"/>
              <a:t>(</a:t>
            </a:r>
            <a:r>
              <a:rPr lang="en-US" i="1"/>
              <a:t>n </a:t>
            </a:r>
            <a:r>
              <a:rPr lang="en-US"/>
              <a:t>-1,</a:t>
            </a:r>
            <a:r>
              <a:rPr lang="en-US" i="1"/>
              <a:t>k </a:t>
            </a:r>
            <a:r>
              <a:rPr lang="en-US"/>
              <a:t>-1)</a:t>
            </a:r>
          </a:p>
          <a:p>
            <a:pPr>
              <a:buFont typeface="Wingdings" pitchFamily="2" charset="2"/>
              <a:buNone/>
            </a:pPr>
            <a:endParaRPr lang="en-US">
              <a:sym typeface="Symbol" pitchFamily="18" charset="2"/>
            </a:endParaRPr>
          </a:p>
          <a:p>
            <a:pPr>
              <a:buNone/>
            </a:pPr>
            <a:r>
              <a:rPr lang="en-US">
                <a:sym typeface="Symbol" pitchFamily="18" charset="2"/>
              </a:rPr>
              <a:t>Q: </a:t>
            </a:r>
            <a:r>
              <a:rPr lang="fr-FR"/>
              <a:t>Quelle est la complexité?</a:t>
            </a:r>
            <a:endParaRPr lang="en-US">
              <a:sym typeface="Symbol" pitchFamily="18" charset="2"/>
            </a:endParaRPr>
          </a:p>
        </p:txBody>
      </p:sp>
      <p:sp>
        <p:nvSpPr>
          <p:cNvPr id="2" name="TextBox 1">
            <a:extLst>
              <a:ext uri="{FF2B5EF4-FFF2-40B4-BE49-F238E27FC236}">
                <a16:creationId xmlns:a16="http://schemas.microsoft.com/office/drawing/2014/main" id="{235A54AA-24F0-4B20-9A05-33B7D3823A29}"/>
              </a:ext>
            </a:extLst>
          </p:cNvPr>
          <p:cNvSpPr txBox="1"/>
          <p:nvPr/>
        </p:nvSpPr>
        <p:spPr>
          <a:xfrm>
            <a:off x="-1457864" y="181155"/>
            <a:ext cx="2743200" cy="457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FBC03DB0-2959-4CEE-8C7C-0934E3A9E264}" type="slidenum">
              <a:rPr lang="en-US"/>
              <a:pPr/>
              <a:t>50</a:t>
            </a:fld>
            <a:endParaRPr lang="en-US"/>
          </a:p>
        </p:txBody>
      </p:sp>
      <p:sp>
        <p:nvSpPr>
          <p:cNvPr id="112642" name="Rectangle 2"/>
          <p:cNvSpPr>
            <a:spLocks noGrp="1" noChangeArrowheads="1"/>
          </p:cNvSpPr>
          <p:nvPr>
            <p:ph type="title"/>
          </p:nvPr>
        </p:nvSpPr>
        <p:spPr/>
        <p:txBody>
          <a:bodyPr/>
          <a:lstStyle/>
          <a:p>
            <a:pPr algn="ctr"/>
            <a:r>
              <a:rPr lang="fr-FR"/>
              <a:t>Algorithmes récursifs </a:t>
            </a:r>
            <a:br>
              <a:rPr lang="en-US"/>
            </a:br>
            <a:r>
              <a:rPr lang="en-US"/>
              <a:t> Coefficients </a:t>
            </a:r>
            <a:r>
              <a:rPr lang="en-US" err="1"/>
              <a:t>Binomiaux</a:t>
            </a:r>
            <a:endParaRPr lang="en-US"/>
          </a:p>
        </p:txBody>
      </p:sp>
      <p:sp>
        <p:nvSpPr>
          <p:cNvPr id="112643" name="Rectangle 3" descr="Rectangle: Click to edit Master text styles&#10;Second level&#10;Third level&#10;Fourth level&#10;Fifth level"/>
          <p:cNvSpPr>
            <a:spLocks noGrp="1" noChangeArrowheads="1"/>
          </p:cNvSpPr>
          <p:nvPr>
            <p:ph type="body" idx="1"/>
          </p:nvPr>
        </p:nvSpPr>
        <p:spPr>
          <a:xfrm>
            <a:off x="762000" y="1524000"/>
            <a:ext cx="7848600" cy="5105400"/>
          </a:xfrm>
        </p:spPr>
        <p:txBody>
          <a:bodyPr/>
          <a:lstStyle/>
          <a:p>
            <a:pPr>
              <a:buNone/>
            </a:pPr>
            <a:r>
              <a:rPr lang="en-US">
                <a:sym typeface="Symbol" pitchFamily="18" charset="2"/>
              </a:rPr>
              <a:t>A: </a:t>
            </a:r>
            <a:r>
              <a:rPr lang="fr-FR"/>
              <a:t>Identique à </a:t>
            </a:r>
            <a:r>
              <a:rPr lang="fr-FR" err="1"/>
              <a:t>Fibonacci</a:t>
            </a:r>
            <a:r>
              <a:rPr lang="fr-FR"/>
              <a:t>. </a:t>
            </a:r>
            <a:r>
              <a:rPr lang="en-US" i="1">
                <a:sym typeface="Symbol" pitchFamily="18" charset="2"/>
              </a:rPr>
              <a:t>O</a:t>
            </a:r>
            <a:r>
              <a:rPr lang="en-US">
                <a:sym typeface="Symbol" pitchFamily="18" charset="2"/>
              </a:rPr>
              <a:t>(2</a:t>
            </a:r>
            <a:r>
              <a:rPr lang="en-US" i="1" baseline="30000">
                <a:sym typeface="Symbol" pitchFamily="18" charset="2"/>
              </a:rPr>
              <a:t>n </a:t>
            </a:r>
            <a:r>
              <a:rPr lang="en-US">
                <a:sym typeface="Symbol" pitchFamily="18" charset="2"/>
              </a:rPr>
              <a:t>) </a:t>
            </a:r>
            <a:r>
              <a:rPr lang="fr-FR"/>
              <a:t>car allant de </a:t>
            </a:r>
            <a:r>
              <a:rPr lang="fr-FR" i="1"/>
              <a:t>n</a:t>
            </a:r>
            <a:r>
              <a:rPr lang="fr-FR"/>
              <a:t>  à </a:t>
            </a:r>
            <a:r>
              <a:rPr lang="fr-FR" i="1"/>
              <a:t>n-1</a:t>
            </a:r>
            <a:r>
              <a:rPr lang="en-US">
                <a:sym typeface="Symbol" pitchFamily="18" charset="2"/>
              </a:rPr>
              <a:t> </a:t>
            </a:r>
            <a:r>
              <a:rPr lang="fr-FR"/>
              <a:t>se multiplie en </a:t>
            </a:r>
            <a:r>
              <a:rPr lang="en-US">
                <a:sym typeface="Symbol" pitchFamily="18" charset="2"/>
              </a:rPr>
              <a:t>2 </a:t>
            </a:r>
            <a:r>
              <a:rPr lang="fr-FR"/>
              <a:t>appels</a:t>
            </a:r>
            <a:r>
              <a:rPr lang="en-US">
                <a:sym typeface="Symbol" pitchFamily="18" charset="2"/>
              </a:rPr>
              <a:t> de la </a:t>
            </a:r>
            <a:r>
              <a:rPr lang="en-US" err="1">
                <a:sym typeface="Symbol" pitchFamily="18" charset="2"/>
              </a:rPr>
              <a:t>fonction</a:t>
            </a:r>
            <a:endParaRPr lang="en-US">
              <a:sym typeface="Symbol" pitchFamily="18" charset="2"/>
            </a:endParaRPr>
          </a:p>
          <a:p>
            <a:pPr>
              <a:buNone/>
            </a:pPr>
            <a:r>
              <a:rPr lang="en-US">
                <a:sym typeface="Symbol" pitchFamily="18" charset="2"/>
              </a:rPr>
              <a:t>Q: </a:t>
            </a:r>
            <a:r>
              <a:rPr lang="fr-FR"/>
              <a:t>Y </a:t>
            </a:r>
            <a:r>
              <a:rPr lang="fr-FR" err="1"/>
              <a:t>at</a:t>
            </a:r>
            <a:r>
              <a:rPr lang="fr-FR"/>
              <a:t>-il un meilleur algorithme?</a:t>
            </a:r>
            <a:endParaRPr lang="en-US">
              <a:sym typeface="Symbol" pitchFamily="18" charset="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C9A344A4-9DF6-4B28-9A1F-C16ACFC20E05}" type="slidenum">
              <a:rPr lang="en-US"/>
              <a:pPr/>
              <a:t>51</a:t>
            </a:fld>
            <a:endParaRPr lang="en-US"/>
          </a:p>
        </p:txBody>
      </p:sp>
      <p:sp>
        <p:nvSpPr>
          <p:cNvPr id="145410" name="Rectangle 2"/>
          <p:cNvSpPr>
            <a:spLocks noGrp="1" noChangeArrowheads="1"/>
          </p:cNvSpPr>
          <p:nvPr>
            <p:ph type="title"/>
          </p:nvPr>
        </p:nvSpPr>
        <p:spPr/>
        <p:txBody>
          <a:bodyPr/>
          <a:lstStyle/>
          <a:p>
            <a:pPr algn="ctr"/>
            <a:r>
              <a:rPr lang="fr-FR"/>
              <a:t>Algorithmes récursifs </a:t>
            </a:r>
            <a:br>
              <a:rPr lang="en-US"/>
            </a:br>
            <a:r>
              <a:rPr lang="en-US" err="1"/>
              <a:t>pgcd</a:t>
            </a:r>
          </a:p>
        </p:txBody>
      </p:sp>
      <p:sp>
        <p:nvSpPr>
          <p:cNvPr id="145411" name="Rectangle 3" descr="Rectangle: Click to edit Master text styles&#10;Second level&#10;Third level&#10;Fourth level&#10;Fifth level"/>
          <p:cNvSpPr>
            <a:spLocks noGrp="1" noChangeArrowheads="1"/>
          </p:cNvSpPr>
          <p:nvPr>
            <p:ph type="body" idx="1"/>
          </p:nvPr>
        </p:nvSpPr>
        <p:spPr>
          <a:xfrm>
            <a:off x="609600" y="1524000"/>
            <a:ext cx="8153400" cy="5105400"/>
          </a:xfrm>
        </p:spPr>
        <p:txBody>
          <a:bodyPr/>
          <a:lstStyle/>
          <a:p>
            <a:pPr>
              <a:lnSpc>
                <a:spcPct val="90000"/>
              </a:lnSpc>
              <a:buNone/>
            </a:pPr>
            <a:r>
              <a:rPr lang="en-US" sz="2800" err="1"/>
              <a:t>entier</a:t>
            </a:r>
            <a:r>
              <a:rPr lang="en-US" sz="2800"/>
              <a:t> </a:t>
            </a:r>
            <a:r>
              <a:rPr lang="en-US" sz="2800" err="1"/>
              <a:t>pgcd</a:t>
            </a:r>
            <a:r>
              <a:rPr lang="en-US" sz="2800" i="1"/>
              <a:t> </a:t>
            </a:r>
            <a:r>
              <a:rPr lang="en-US" sz="2800"/>
              <a:t>(</a:t>
            </a:r>
            <a:r>
              <a:rPr lang="en-US" sz="2800" err="1"/>
              <a:t>entier</a:t>
            </a:r>
            <a:r>
              <a:rPr lang="en-US" sz="2800"/>
              <a:t> </a:t>
            </a:r>
            <a:r>
              <a:rPr lang="en-US" sz="2800" err="1"/>
              <a:t>positif</a:t>
            </a:r>
            <a:r>
              <a:rPr lang="en-US" sz="2400"/>
              <a:t> </a:t>
            </a:r>
            <a:r>
              <a:rPr lang="en-US" sz="2800" i="1"/>
              <a:t>x, </a:t>
            </a:r>
            <a:r>
              <a:rPr lang="en-US" sz="2800" err="1"/>
              <a:t>entier</a:t>
            </a:r>
            <a:r>
              <a:rPr lang="en-US" sz="2800"/>
              <a:t> </a:t>
            </a:r>
            <a:r>
              <a:rPr lang="en-US" sz="2800" err="1"/>
              <a:t>positif</a:t>
            </a:r>
            <a:r>
              <a:rPr lang="en-US" sz="2800"/>
              <a:t> </a:t>
            </a:r>
            <a:r>
              <a:rPr lang="en-US" sz="2800" i="1"/>
              <a:t>y</a:t>
            </a:r>
            <a:r>
              <a:rPr lang="en-US" sz="2800"/>
              <a:t>) </a:t>
            </a:r>
          </a:p>
          <a:p>
            <a:pPr>
              <a:lnSpc>
                <a:spcPct val="90000"/>
              </a:lnSpc>
              <a:buFont typeface="Wingdings" pitchFamily="2" charset="2"/>
              <a:buNone/>
            </a:pPr>
            <a:r>
              <a:rPr lang="en-US" sz="2800"/>
              <a:t>	if (</a:t>
            </a:r>
            <a:r>
              <a:rPr lang="en-US" sz="2800" i="1"/>
              <a:t>y </a:t>
            </a:r>
            <a:r>
              <a:rPr lang="en-US" sz="2800"/>
              <a:t>== 0</a:t>
            </a:r>
            <a:r>
              <a:rPr lang="en-US" sz="2800" i="1">
                <a:sym typeface="Symbol" pitchFamily="18" charset="2"/>
              </a:rPr>
              <a:t> </a:t>
            </a:r>
            <a:r>
              <a:rPr lang="en-US" sz="2800">
                <a:sym typeface="Symbol" pitchFamily="18" charset="2"/>
              </a:rPr>
              <a:t>) return </a:t>
            </a:r>
            <a:r>
              <a:rPr lang="en-US" sz="2800" i="1">
                <a:sym typeface="Symbol" pitchFamily="18" charset="2"/>
              </a:rPr>
              <a:t>x</a:t>
            </a:r>
          </a:p>
          <a:p>
            <a:pPr>
              <a:lnSpc>
                <a:spcPct val="90000"/>
              </a:lnSpc>
              <a:buFont typeface="Wingdings" pitchFamily="2" charset="2"/>
              <a:buNone/>
            </a:pPr>
            <a:r>
              <a:rPr lang="en-US" sz="2800">
                <a:sym typeface="Symbol" pitchFamily="18" charset="2"/>
              </a:rPr>
              <a:t>	return </a:t>
            </a:r>
            <a:r>
              <a:rPr lang="en-US" sz="2800" err="1"/>
              <a:t>pgcd</a:t>
            </a:r>
            <a:r>
              <a:rPr lang="en-US" sz="2800"/>
              <a:t>(</a:t>
            </a:r>
            <a:r>
              <a:rPr lang="en-US" sz="2800" i="1"/>
              <a:t>y</a:t>
            </a:r>
            <a:r>
              <a:rPr lang="en-US" sz="2800"/>
              <a:t>, mod(</a:t>
            </a:r>
            <a:r>
              <a:rPr lang="en-US" sz="2800" i="1"/>
              <a:t>x </a:t>
            </a:r>
            <a:r>
              <a:rPr lang="en-US" sz="2800"/>
              <a:t>, y))</a:t>
            </a:r>
          </a:p>
          <a:p>
            <a:pPr>
              <a:lnSpc>
                <a:spcPct val="90000"/>
              </a:lnSpc>
              <a:buNone/>
            </a:pPr>
            <a:r>
              <a:rPr lang="fr-FR" sz="2800"/>
              <a:t>Complexité: apparemment, nous n'avons plus le problème d’une méthode qui explose en exponentielle comme le binôme ou Fibonacci. C'est donc un algorithme en </a:t>
            </a:r>
            <a:r>
              <a:rPr lang="fr-FR" sz="2800" i="1"/>
              <a:t>O (n)</a:t>
            </a:r>
            <a:r>
              <a:rPr lang="fr-FR" sz="2800"/>
              <a:t> où </a:t>
            </a:r>
            <a:r>
              <a:rPr lang="fr-FR" sz="2800" i="1"/>
              <a:t>n</a:t>
            </a:r>
            <a:r>
              <a:rPr lang="fr-FR" sz="2800"/>
              <a:t> est la plus grande valeur parmi </a:t>
            </a:r>
            <a:r>
              <a:rPr lang="fr-FR" sz="2800" i="1"/>
              <a:t>x</a:t>
            </a:r>
            <a:r>
              <a:rPr lang="fr-FR" sz="2800"/>
              <a:t> et </a:t>
            </a:r>
            <a:r>
              <a:rPr lang="fr-FR" sz="2800" i="1"/>
              <a:t>y </a:t>
            </a:r>
            <a:r>
              <a:rPr lang="fr-FR" sz="2800"/>
              <a:t>(en supposant que l’opération mod est O (1))</a:t>
            </a:r>
            <a:endParaRPr lang="en-US" sz="2800">
              <a:sym typeface="Symbol" pitchFamily="18" charset="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5"/>
          <p:cNvSpPr>
            <a:spLocks noGrp="1"/>
          </p:cNvSpPr>
          <p:nvPr>
            <p:ph type="sldNum" sz="quarter" idx="12"/>
          </p:nvPr>
        </p:nvSpPr>
        <p:spPr/>
        <p:txBody>
          <a:bodyPr/>
          <a:lstStyle/>
          <a:p>
            <a:fld id="{0A92DD36-1413-42AF-B0AB-7B9FC7BB48DA}" type="slidenum">
              <a:rPr lang="en-US"/>
              <a:pPr/>
              <a:t>52</a:t>
            </a:fld>
            <a:endParaRPr lang="en-US"/>
          </a:p>
        </p:txBody>
      </p:sp>
      <p:sp>
        <p:nvSpPr>
          <p:cNvPr id="113666" name="Rectangle 2"/>
          <p:cNvSpPr>
            <a:spLocks noGrp="1" noChangeArrowheads="1"/>
          </p:cNvSpPr>
          <p:nvPr>
            <p:ph type="title"/>
          </p:nvPr>
        </p:nvSpPr>
        <p:spPr/>
        <p:txBody>
          <a:bodyPr/>
          <a:lstStyle/>
          <a:p>
            <a:pPr algn="ctr"/>
            <a:r>
              <a:rPr lang="fr-FR"/>
              <a:t>Algorithmes récursifs </a:t>
            </a:r>
            <a:br>
              <a:rPr lang="en-US"/>
            </a:br>
            <a:r>
              <a:rPr lang="en-US"/>
              <a:t> Coefficients </a:t>
            </a:r>
            <a:r>
              <a:rPr lang="en-US" err="1"/>
              <a:t>Binomiaux</a:t>
            </a:r>
            <a:endParaRPr lang="en-US"/>
          </a:p>
        </p:txBody>
      </p:sp>
      <p:sp>
        <p:nvSpPr>
          <p:cNvPr id="113667" name="Rectangle 3" descr="Rectangle: Click to edit Master text styles&#10;Second level&#10;Third level&#10;Fourth level&#10;Fifth level"/>
          <p:cNvSpPr>
            <a:spLocks noGrp="1" noChangeArrowheads="1"/>
          </p:cNvSpPr>
          <p:nvPr>
            <p:ph type="body" idx="1"/>
          </p:nvPr>
        </p:nvSpPr>
        <p:spPr>
          <a:xfrm>
            <a:off x="762000" y="1524000"/>
            <a:ext cx="8382000" cy="5105400"/>
          </a:xfrm>
        </p:spPr>
        <p:txBody>
          <a:bodyPr/>
          <a:lstStyle/>
          <a:p>
            <a:pPr>
              <a:buNone/>
            </a:pPr>
            <a:r>
              <a:rPr lang="en-US"/>
              <a:t>A</a:t>
            </a:r>
            <a:r>
              <a:rPr lang="en-US">
                <a:sym typeface="Symbol" pitchFamily="18" charset="2"/>
              </a:rPr>
              <a:t>:  </a:t>
            </a:r>
            <a:r>
              <a:rPr lang="fr-FR"/>
              <a:t>Oui! Il suffit de construire le triangle de Pascal rangée par rangée. c'est</a:t>
            </a:r>
            <a:r>
              <a:rPr lang="en-US">
                <a:sym typeface="Symbol" pitchFamily="18" charset="2"/>
              </a:rPr>
              <a:t> </a:t>
            </a:r>
            <a:r>
              <a:rPr lang="en-US" i="1">
                <a:sym typeface="Symbol" pitchFamily="18" charset="2"/>
              </a:rPr>
              <a:t>O </a:t>
            </a:r>
            <a:r>
              <a:rPr lang="en-US">
                <a:sym typeface="Symbol" pitchFamily="18" charset="2"/>
              </a:rPr>
              <a:t>(</a:t>
            </a:r>
            <a:r>
              <a:rPr lang="en-US" i="1">
                <a:sym typeface="Symbol" pitchFamily="18" charset="2"/>
              </a:rPr>
              <a:t>n </a:t>
            </a:r>
            <a:r>
              <a:rPr lang="en-US" baseline="30000">
                <a:sym typeface="Symbol" pitchFamily="18" charset="2"/>
              </a:rPr>
              <a:t>2 </a:t>
            </a:r>
            <a:r>
              <a:rPr lang="en-US">
                <a:sym typeface="Symbol" pitchFamily="18" charset="2"/>
              </a:rPr>
              <a:t>).</a:t>
            </a:r>
          </a:p>
        </p:txBody>
      </p:sp>
    </p:spTree>
  </p:cSld>
  <p:clrMapOvr>
    <a:masterClrMapping/>
  </p:clrMapOvr>
</p:sld>
</file>

<file path=ppt/theme/theme1.xml><?xml version="1.0" encoding="utf-8"?>
<a:theme xmlns:a="http://schemas.openxmlformats.org/drawingml/2006/main"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Blueprint">
      <a:majorFont>
        <a:latin typeface="Tahoma"/>
        <a:ea typeface=""/>
        <a:cs typeface="Times New Roman"/>
      </a:majorFont>
      <a:minorFont>
        <a:latin typeface="Tahoma"/>
        <a:ea typeface=""/>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cs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cs typeface="Times New Roman" pitchFamily="18" charset="0"/>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FBE7A8C0A5A149959456182789E9A1" ma:contentTypeVersion="13" ma:contentTypeDescription="Crée un document." ma:contentTypeScope="" ma:versionID="396266c73bac2984ea6bfed3017bbdaa">
  <xsd:schema xmlns:xsd="http://www.w3.org/2001/XMLSchema" xmlns:xs="http://www.w3.org/2001/XMLSchema" xmlns:p="http://schemas.microsoft.com/office/2006/metadata/properties" xmlns:ns2="c77f1853-52f1-493e-93d6-bfca526b3d0d" xmlns:ns3="e56772f8-bef1-4fc9-a60d-dc7f65e7b122" targetNamespace="http://schemas.microsoft.com/office/2006/metadata/properties" ma:root="true" ma:fieldsID="56a347f5ec3f2b4ae03a7bbbb136ba86" ns2:_="" ns3:_="">
    <xsd:import namespace="c77f1853-52f1-493e-93d6-bfca526b3d0d"/>
    <xsd:import namespace="e56772f8-bef1-4fc9-a60d-dc7f65e7b12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Tag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7f1853-52f1-493e-93d6-bfca526b3d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lcf76f155ced4ddcb4097134ff3c332f" ma:index="14" nillable="true" ma:taxonomy="true" ma:internalName="lcf76f155ced4ddcb4097134ff3c332f" ma:taxonomyFieldName="MediaServiceImageTags" ma:displayName="Balises d’images" ma:readOnly="false" ma:fieldId="{5cf76f15-5ced-4ddc-b409-7134ff3c332f}" ma:taxonomyMulti="true" ma:sspId="9ddca338-f709-4478-ace1-5f1ab2f4b9c4"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56772f8-bef1-4fc9-a60d-dc7f65e7b122"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e00814e2-d6a8-4367-922d-7c409f772ee8}" ma:internalName="TaxCatchAll" ma:showField="CatchAllData" ma:web="e56772f8-bef1-4fc9-a60d-dc7f65e7b122">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77f1853-52f1-493e-93d6-bfca526b3d0d">
      <Terms xmlns="http://schemas.microsoft.com/office/infopath/2007/PartnerControls"/>
    </lcf76f155ced4ddcb4097134ff3c332f>
    <TaxCatchAll xmlns="e56772f8-bef1-4fc9-a60d-dc7f65e7b12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F53160-540C-48F9-A47D-C008FE5A4FD8}"/>
</file>

<file path=customXml/itemProps2.xml><?xml version="1.0" encoding="utf-8"?>
<ds:datastoreItem xmlns:ds="http://schemas.openxmlformats.org/officeDocument/2006/customXml" ds:itemID="{F2BC7D66-322C-4791-956B-682E0053545E}">
  <ds:schemaRefs>
    <ds:schemaRef ds:uri="c77f1853-52f1-493e-93d6-bfca526b3d0d"/>
    <ds:schemaRef ds:uri="e56772f8-bef1-4fc9-a60d-dc7f65e7b122"/>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C7ADE98-CC1F-436E-9810-85B21D7BED7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Application>Microsoft Office PowerPoint</Application>
  <PresentationFormat>On-screen Show (4:3)</PresentationFormat>
  <Slides>52</Slides>
  <Notes>3</Notes>
  <HiddenSlides>0</HiddenSlide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Blueprint</vt:lpstr>
      <vt:lpstr>Récursivité</vt:lpstr>
      <vt:lpstr>Ordre du jour</vt:lpstr>
      <vt:lpstr>Définition récursive d’une suite</vt:lpstr>
      <vt:lpstr>Définition récursive  et récurrence</vt:lpstr>
      <vt:lpstr>Fonctions récursives</vt:lpstr>
      <vt:lpstr>Fonctions récursives  Factorielle</vt:lpstr>
      <vt:lpstr>Fonctions récursives  Factorielle</vt:lpstr>
      <vt:lpstr>Fonctions récursives  Factorielle</vt:lpstr>
      <vt:lpstr>Fonctions récursives  Factorielle</vt:lpstr>
      <vt:lpstr>Fonctions récursives  Factorielle</vt:lpstr>
      <vt:lpstr>Fonctions récursives  Factorielle</vt:lpstr>
      <vt:lpstr>Fonctions récursives  Factorielle</vt:lpstr>
      <vt:lpstr>Fonctions récursives  Factorielle</vt:lpstr>
      <vt:lpstr>Fonctions récursives   combinaison de k parmi n</vt:lpstr>
      <vt:lpstr>Combinaison de k parmi n  et le triangle de Pascal</vt:lpstr>
      <vt:lpstr>Combinaison de k parmi n  et le triangle de Pascal</vt:lpstr>
      <vt:lpstr>Combinaison de k parmi n  et le triangle de Pascal</vt:lpstr>
      <vt:lpstr>Combinaison de k parmi n  et le triangle de Pascal</vt:lpstr>
      <vt:lpstr>Combinaison de k parmi n  et le triangle de Pascal</vt:lpstr>
      <vt:lpstr>Combinaison de k parmi n  et le triangle de Pascal</vt:lpstr>
      <vt:lpstr>Combinaison de k parmi n  et le triangle de Pascal</vt:lpstr>
      <vt:lpstr>Combinaison de k parmi n  et le triangle de Pascal</vt:lpstr>
      <vt:lpstr>Combinaison de k parmi n  et le triangle de Pascal</vt:lpstr>
      <vt:lpstr>Combinaison de k parmi n  et le triangle de Pascal</vt:lpstr>
      <vt:lpstr>Combinaison de k parmi n  et le triangle de Pascal</vt:lpstr>
      <vt:lpstr>Combinaison de k parmi n  et le triangle de Pascal</vt:lpstr>
      <vt:lpstr>Définitions récursives  pgcd</vt:lpstr>
      <vt:lpstr>Définitions récursives  et notations mathématiques</vt:lpstr>
      <vt:lpstr>Définitions récursives  et notations mathématiques</vt:lpstr>
      <vt:lpstr>Définitions récursives  et notations mathématiques</vt:lpstr>
      <vt:lpstr>        Algorithmes récursifs </vt:lpstr>
      <vt:lpstr>Algorithmes récursifs</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Algorithmes récursifs Implémentation</vt:lpstr>
      <vt:lpstr>Des définitions récursives aux algorithmes récursifs</vt:lpstr>
      <vt:lpstr>Algorithmes récursifs  Exemples</vt:lpstr>
      <vt:lpstr>Algorithmes récursifs  Fibonacci</vt:lpstr>
      <vt:lpstr>Algorithmes récursifs   Coefficients Binomiaux</vt:lpstr>
      <vt:lpstr>Algorithmes récursifs   Coefficients Binomiaux</vt:lpstr>
      <vt:lpstr>Algorithmes récursifs  pgcd</vt:lpstr>
      <vt:lpstr>Algorithmes récursifs   Coefficients Binomiaux</vt:lpstr>
    </vt:vector>
  </TitlesOfParts>
  <Company>Columbia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Recursion</dc:title>
  <dc:creator>Zeph Grunschlag</dc:creator>
  <cp:revision>1</cp:revision>
  <cp:lastPrinted>1601-01-01T00:00:00Z</cp:lastPrinted>
  <dcterms:created xsi:type="dcterms:W3CDTF">2001-10-28T23:56:34Z</dcterms:created>
  <dcterms:modified xsi:type="dcterms:W3CDTF">2023-04-14T12:48:15Z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0x010100B9FBE7A8C0A5A149959456182789E9A1</vt:lpwstr>
  </property>
  <property fmtid="{D5CDD505-2E9C-101B-9397-08002B2CF9AE}" pid="3" name="MediaServiceImageTags">
    <vt:lpwstr/>
  </property>
</Properties>
</file>